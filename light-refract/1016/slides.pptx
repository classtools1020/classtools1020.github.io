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1016/show/" TargetMode="Externa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4.png"/><Relationship Id="rId4" Type="http://schemas.openxmlformats.org/officeDocument/2006/relationships/hyperlink" Target="https://classtools1020.github.io/light-refract/1016/treasure.pdf?v=100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refract-quiz.html" TargetMode="External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4358487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4495647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3"/>
          </p:cNvPr>
          <p:cNvSpPr txBox="1"/>
          <p:nvPr/>
        </p:nvSpPr>
        <p:spPr>
          <a:xfrm>
            <a:off x="4541367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1367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67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1367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透鏡快問＋放大鏡偵探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1367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1367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折射環島搶答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透鏡快問＋放大鏡偵探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783080"/>
            <a:ext cx="484632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692140" y="196596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4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4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52578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摸摸看：中間鼓鼓的、比較厚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737360"/>
            <a:ext cx="4937759" cy="420624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92440" y="15087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甲班｜放大鏡偵探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先猜再揭曉：字變大？景色倒過來？光聚到焦點？一直按「下一步」就好。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打開簡報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sh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甲班｜搶答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