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dispatch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dispatch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treasure.pdf?v=100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1016/draw.pdf?v=100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光線特勤隊出勤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光線特勤隊出勤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按 ◀ ▶ 開特勤車撿光點，到現場轉一轉、點對的證據卡，還能抽夥伴卡！先按「透鏡案件」。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按 ◀ ▶ 開特勤車撿光點，到現場轉一轉、點對的證據卡，還能抽夥伴卡！先按「折射案件」。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