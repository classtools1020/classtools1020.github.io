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1016/show/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先猜再揭曉：字變大？景色倒過來？光聚到焦點？一直按「下一步」就好。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