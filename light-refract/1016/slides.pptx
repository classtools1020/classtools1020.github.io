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lens/lab.html#lesson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classtools1020.github.io/light-refract/1016/treasur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dispatch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dispatch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classtools1020.github.io/light-refract/1016/treasure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classtools1020.github.io/light-refract/1016/draw.pdf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透鏡快問＋實驗室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光線特勤隊出勤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光線特勤隊出勤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透鏡快問＋透鏡實驗室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甲班｜透鏡實驗室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一站一站玩：放大鏡、眼鏡、相機，都在讓光換方向。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紅隊、藍隊輪流開特勤車去竹東辦案！先按「透鏡案件」。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紅隊、藍隊輪流開特勤車去竹東辦案！先按「折射案件」。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① 畫下來（也可以貼）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② 勾一勾：今天最神奇的是？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③ 勾一勾：我的心情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