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l="8" r="8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寫一句：放大鏡讓＿＿變大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4320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我看到＿＿＿＿＿＿，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因為光＿＿＿＿＿＿。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34340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例：我看到字變大，因為光換方向。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