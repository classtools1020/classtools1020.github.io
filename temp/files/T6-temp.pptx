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hyperlink" Target="https://classtools1020.github.io/games/checkin.html" TargetMode="External"/><Relationship Id="rId4" Type="http://schemas.openxmlformats.org/officeDocument/2006/relationships/slide" Target="slide3.xml"/><Relationship Id="rId5" Type="http://schemas.openxmlformats.org/officeDocument/2006/relationships/hyperlink" Target="https://classtools1020.github.io/games/temp-quiz.html" TargetMode="External"/><Relationship Id="rId6" Type="http://schemas.openxmlformats.org/officeDocument/2006/relationships/slide" Target="slide5.xml"/><Relationship Id="rId7" Type="http://schemas.openxmlformats.org/officeDocument/2006/relationships/slide" Target="slide8.xml"/><Relationship Id="rId8" Type="http://schemas.openxmlformats.org/officeDocument/2006/relationships/hyperlink" Target="https://classtools1020.github.io/temp/files/T6-check.pdf" TargetMode="External"/><Relationship Id="rId9" Type="http://schemas.openxmlformats.org/officeDocument/2006/relationships/hyperlink" Target="https://classtools1020.github.io/games/checkin.html#end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hyperlink" Target="https://classtools1020.github.io/games/temp-quiz.html" TargetMode="External"/><Relationship Id="rId5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Relationship Id="rId7" Type="http://schemas.openxmlformats.org/officeDocument/2006/relationships/image" Target="../media/image15.jpg"/><Relationship Id="rId8" Type="http://schemas.openxmlformats.org/officeDocument/2006/relationships/image" Target="../media/image16.jpg"/><Relationship Id="rId9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9.jpg"/><Relationship Id="rId5" Type="http://schemas.openxmlformats.org/officeDocument/2006/relationships/image" Target="../media/image20.jpg"/><Relationship Id="rId6" Type="http://schemas.openxmlformats.org/officeDocument/2006/relationships/image" Target="../media/image21.jpg"/><Relationship Id="rId7" Type="http://schemas.openxmlformats.org/officeDocument/2006/relationships/image" Target="../media/image22.jpg"/><Relationship Id="rId8" Type="http://schemas.openxmlformats.org/officeDocument/2006/relationships/image" Target="../media/image23.jpg"/><Relationship Id="rId9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Relationship Id="rId4" Type="http://schemas.openxmlformats.org/officeDocument/2006/relationships/image" Target="../media/image26.jpg"/><Relationship Id="rId5" Type="http://schemas.openxmlformats.org/officeDocument/2006/relationships/image" Target="../media/image27.jpg"/><Relationship Id="rId6" Type="http://schemas.openxmlformats.org/officeDocument/2006/relationships/image" Target="../media/image28.jpg"/><Relationship Id="rId7" Type="http://schemas.openxmlformats.org/officeDocument/2006/relationships/image" Target="../media/image29.jpg"/><Relationship Id="rId8" Type="http://schemas.openxmlformats.org/officeDocument/2006/relationships/image" Target="../media/image30.jpg"/><Relationship Id="rId9" Type="http://schemas.openxmlformats.org/officeDocument/2006/relationships/image" Target="../media/image31.jpg"/><Relationship Id="rId10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Relationship Id="rId4" Type="http://schemas.openxmlformats.org/officeDocument/2006/relationships/image" Target="../media/image34.jpg"/><Relationship Id="rId5" Type="http://schemas.openxmlformats.org/officeDocument/2006/relationships/slide" Target="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0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2876" y="3931821"/>
            <a:ext cx="1889712" cy="227070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655303" y="1409664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action="ppaction://hlinksldjump" r:id="rId4"/>
          </p:cNvPr>
          <p:cNvSpPr/>
          <p:nvPr/>
        </p:nvSpPr>
        <p:spPr>
          <a:xfrm>
            <a:off x="655303" y="2019249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655303" y="2628834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hlinkClick action="ppaction://hlinksldjump" r:id="rId6"/>
          </p:cNvPr>
          <p:cNvSpPr/>
          <p:nvPr/>
        </p:nvSpPr>
        <p:spPr>
          <a:xfrm>
            <a:off x="655303" y="3238418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>
            <a:hlinkClick action="ppaction://hlinksldjump" r:id="rId7"/>
          </p:cNvPr>
          <p:cNvSpPr/>
          <p:nvPr/>
        </p:nvSpPr>
        <p:spPr>
          <a:xfrm>
            <a:off x="655303" y="3848003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>
            <a:hlinkClick r:id="rId8"/>
          </p:cNvPr>
          <p:cNvSpPr/>
          <p:nvPr/>
        </p:nvSpPr>
        <p:spPr>
          <a:xfrm>
            <a:off x="655303" y="4457588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>
            <a:hlinkClick r:id="rId9"/>
          </p:cNvPr>
          <p:cNvSpPr/>
          <p:nvPr/>
        </p:nvSpPr>
        <p:spPr>
          <a:xfrm>
            <a:off x="655303" y="5067173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2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11" y="1112492"/>
            <a:ext cx="4099457" cy="4632844"/>
          </a:xfrm>
          <a:prstGeom prst="rect">
            <a:avLst/>
          </a:prstGeom>
        </p:spPr>
      </p:pic>
      <p:pic>
        <p:nvPicPr>
          <p:cNvPr id="4" name="Picture 3" descr="c2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4217" y="1188690"/>
            <a:ext cx="4023259" cy="4556646"/>
          </a:xfrm>
          <a:prstGeom prst="rect">
            <a:avLst/>
          </a:prstGeom>
        </p:spPr>
      </p:pic>
      <p:pic>
        <p:nvPicPr>
          <p:cNvPr id="5" name="Picture 4" descr="c2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7924" y="1188690"/>
            <a:ext cx="4023259" cy="4480447"/>
          </a:xfrm>
          <a:prstGeom prst="rect">
            <a:avLst/>
          </a:prstGeom>
        </p:spPr>
      </p:pic>
      <p:sp>
        <p:nvSpPr>
          <p:cNvPr id="6" name="TextBox 5">
            <a:hlinkClick action="ppaction://hlinksldjump" r:id="rId6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3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65" y="4160415"/>
            <a:ext cx="1584920" cy="2042108"/>
          </a:xfrm>
          <a:prstGeom prst="rect">
            <a:avLst/>
          </a:prstGeom>
        </p:spPr>
      </p:pic>
      <p:sp>
        <p:nvSpPr>
          <p:cNvPr id="4" name="Rectangle 3">
            <a:hlinkClick r:id="rId4"/>
          </p:cNvPr>
          <p:cNvSpPr/>
          <p:nvPr/>
        </p:nvSpPr>
        <p:spPr>
          <a:xfrm>
            <a:off x="655303" y="4724281"/>
            <a:ext cx="2218317" cy="7543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>
            <a:hlinkClick action="ppaction://hlinksldjump" r:id="rId5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4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" y="1341086"/>
            <a:ext cx="6233004" cy="1203929"/>
          </a:xfrm>
          <a:prstGeom prst="rect">
            <a:avLst/>
          </a:prstGeom>
        </p:spPr>
      </p:pic>
      <p:pic>
        <p:nvPicPr>
          <p:cNvPr id="4" name="Picture 3" descr="c4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09" y="2255463"/>
            <a:ext cx="6233004" cy="1203929"/>
          </a:xfrm>
          <a:prstGeom prst="rect">
            <a:avLst/>
          </a:prstGeom>
        </p:spPr>
      </p:pic>
      <p:pic>
        <p:nvPicPr>
          <p:cNvPr id="5" name="Picture 4" descr="c4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09" y="3169840"/>
            <a:ext cx="6233004" cy="1203929"/>
          </a:xfrm>
          <a:prstGeom prst="rect">
            <a:avLst/>
          </a:prstGeom>
        </p:spPr>
      </p:pic>
      <p:pic>
        <p:nvPicPr>
          <p:cNvPr id="6" name="Picture 5" descr="c4_4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09" y="4084217"/>
            <a:ext cx="6233004" cy="1203929"/>
          </a:xfrm>
          <a:prstGeom prst="rect">
            <a:avLst/>
          </a:prstGeom>
        </p:spPr>
      </p:pic>
      <p:pic>
        <p:nvPicPr>
          <p:cNvPr id="7" name="Picture 6" descr="c4_5_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709" y="4998594"/>
            <a:ext cx="6233004" cy="1203929"/>
          </a:xfrm>
          <a:prstGeom prst="rect">
            <a:avLst/>
          </a:prstGeom>
        </p:spPr>
      </p:pic>
      <p:pic>
        <p:nvPicPr>
          <p:cNvPr id="8" name="Picture 7" descr="c4_6_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836773"/>
            <a:ext cx="12191695" cy="1021054"/>
          </a:xfrm>
          <a:prstGeom prst="rect">
            <a:avLst/>
          </a:prstGeom>
        </p:spPr>
      </p:pic>
      <p:sp>
        <p:nvSpPr>
          <p:cNvPr id="9" name="TextBox 8">
            <a:hlinkClick action="ppaction://hlinksldjump" r:id="rId9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5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" y="1341086"/>
            <a:ext cx="11338276" cy="1737316"/>
          </a:xfrm>
          <a:prstGeom prst="rect">
            <a:avLst/>
          </a:prstGeom>
        </p:spPr>
      </p:pic>
      <p:pic>
        <p:nvPicPr>
          <p:cNvPr id="4" name="Picture 3" descr="c5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065" y="1645878"/>
            <a:ext cx="1356326" cy="1127731"/>
          </a:xfrm>
          <a:prstGeom prst="rect">
            <a:avLst/>
          </a:prstGeom>
        </p:spPr>
      </p:pic>
      <p:pic>
        <p:nvPicPr>
          <p:cNvPr id="5" name="Picture 4" descr="c5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09" y="2865048"/>
            <a:ext cx="11338276" cy="1737316"/>
          </a:xfrm>
          <a:prstGeom prst="rect">
            <a:avLst/>
          </a:prstGeom>
        </p:spPr>
      </p:pic>
      <p:pic>
        <p:nvPicPr>
          <p:cNvPr id="6" name="Picture 5" descr="c5_4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9074" y="3169840"/>
            <a:ext cx="1737316" cy="1127731"/>
          </a:xfrm>
          <a:prstGeom prst="rect">
            <a:avLst/>
          </a:prstGeom>
        </p:spPr>
      </p:pic>
      <p:pic>
        <p:nvPicPr>
          <p:cNvPr id="7" name="Picture 6" descr="c5_5_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709" y="4389010"/>
            <a:ext cx="11338276" cy="1737316"/>
          </a:xfrm>
          <a:prstGeom prst="rect">
            <a:avLst/>
          </a:prstGeom>
        </p:spPr>
      </p:pic>
      <p:pic>
        <p:nvPicPr>
          <p:cNvPr id="8" name="Picture 7" descr="c5_6_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80065" y="4693802"/>
            <a:ext cx="1356326" cy="1127731"/>
          </a:xfrm>
          <a:prstGeom prst="rect">
            <a:avLst/>
          </a:prstGeom>
        </p:spPr>
      </p:pic>
      <p:sp>
        <p:nvSpPr>
          <p:cNvPr id="9" name="TextBox 8">
            <a:hlinkClick action="ppaction://hlinksldjump" r:id="rId9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6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" y="1417284"/>
            <a:ext cx="11338276" cy="1356326"/>
          </a:xfrm>
          <a:prstGeom prst="rect">
            <a:avLst/>
          </a:prstGeom>
        </p:spPr>
      </p:pic>
      <p:pic>
        <p:nvPicPr>
          <p:cNvPr id="4" name="Picture 3" descr="c6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8019" y="1645878"/>
            <a:ext cx="1508722" cy="822939"/>
          </a:xfrm>
          <a:prstGeom prst="rect">
            <a:avLst/>
          </a:prstGeom>
        </p:spPr>
      </p:pic>
      <p:pic>
        <p:nvPicPr>
          <p:cNvPr id="5" name="Picture 4" descr="c6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09" y="2712652"/>
            <a:ext cx="11338276" cy="1356326"/>
          </a:xfrm>
          <a:prstGeom prst="rect">
            <a:avLst/>
          </a:prstGeom>
        </p:spPr>
      </p:pic>
      <p:pic>
        <p:nvPicPr>
          <p:cNvPr id="6" name="Picture 5" descr="c6_4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1406" y="2941246"/>
            <a:ext cx="1127731" cy="822939"/>
          </a:xfrm>
          <a:prstGeom prst="rect">
            <a:avLst/>
          </a:prstGeom>
        </p:spPr>
      </p:pic>
      <p:pic>
        <p:nvPicPr>
          <p:cNvPr id="7" name="Picture 6" descr="c6_5_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709" y="4008019"/>
            <a:ext cx="11338276" cy="1356326"/>
          </a:xfrm>
          <a:prstGeom prst="rect">
            <a:avLst/>
          </a:prstGeom>
        </p:spPr>
      </p:pic>
      <p:pic>
        <p:nvPicPr>
          <p:cNvPr id="8" name="Picture 7" descr="c6_6_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7029" y="4236614"/>
            <a:ext cx="1508722" cy="822939"/>
          </a:xfrm>
          <a:prstGeom prst="rect">
            <a:avLst/>
          </a:prstGeom>
        </p:spPr>
      </p:pic>
      <p:pic>
        <p:nvPicPr>
          <p:cNvPr id="9" name="Picture 8" descr="c6_7_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5112" y="45718"/>
            <a:ext cx="3489872" cy="1584920"/>
          </a:xfrm>
          <a:prstGeom prst="rect">
            <a:avLst/>
          </a:prstGeom>
        </p:spPr>
      </p:pic>
      <p:sp>
        <p:nvSpPr>
          <p:cNvPr id="10" name="TextBox 9">
            <a:hlinkClick action="ppaction://hlinksldjump" r:id="rId10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7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" y="2636454"/>
            <a:ext cx="6537796" cy="1280127"/>
          </a:xfrm>
          <a:prstGeom prst="rect">
            <a:avLst/>
          </a:prstGeom>
        </p:spPr>
      </p:pic>
      <p:pic>
        <p:nvPicPr>
          <p:cNvPr id="4" name="Picture 3" descr="c7_1_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084" y="3550831"/>
            <a:ext cx="1965910" cy="2499297"/>
          </a:xfrm>
          <a:prstGeom prst="rect">
            <a:avLst/>
          </a:prstGeom>
        </p:spPr>
      </p:pic>
      <p:sp>
        <p:nvSpPr>
          <p:cNvPr id="5" name="TextBox 4">
            <a:hlinkClick action="ppaction://hlinksldjump" r:id="rId5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