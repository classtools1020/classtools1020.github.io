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" TargetMode="External"/><Relationship Id="rId4" Type="http://schemas.openxmlformats.org/officeDocument/2006/relationships/slide" Target="slide3.xml"/><Relationship Id="rId5" Type="http://schemas.openxmlformats.org/officeDocument/2006/relationships/hyperlink" Target="https://classtools1020.github.io/games/temp-quiz.html" TargetMode="External"/><Relationship Id="rId6" Type="http://schemas.openxmlformats.org/officeDocument/2006/relationships/slide" Target="slide5.xml"/><Relationship Id="rId7" Type="http://schemas.openxmlformats.org/officeDocument/2006/relationships/slide" Target="slide8.xml"/><Relationship Id="rId8" Type="http://schemas.openxmlformats.org/officeDocument/2006/relationships/hyperlink" Target="https://classtools1020.github.io/temp/files/T6-check.pdf" TargetMode="External"/><Relationship Id="rId9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hyperlink" Target="https://classtools1020.github.io/games/temp-quiz.html" TargetMode="External"/><Relationship Id="rId5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Relationship Id="rId6" Type="http://schemas.openxmlformats.org/officeDocument/2006/relationships/image" Target="../media/image21.jpg"/><Relationship Id="rId7" Type="http://schemas.openxmlformats.org/officeDocument/2006/relationships/image" Target="../media/image22.jpg"/><Relationship Id="rId8" Type="http://schemas.openxmlformats.org/officeDocument/2006/relationships/image" Target="../media/image23.jpg"/><Relationship Id="rId9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Relationship Id="rId7" Type="http://schemas.openxmlformats.org/officeDocument/2006/relationships/image" Target="../media/image29.jpg"/><Relationship Id="rId8" Type="http://schemas.openxmlformats.org/officeDocument/2006/relationships/image" Target="../media/image30.jpg"/><Relationship Id="rId9" Type="http://schemas.openxmlformats.org/officeDocument/2006/relationships/image" Target="../media/image31.jpg"/><Relationship Id="rId10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image" Target="../media/image34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27070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632844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556646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480447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218317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255463"/>
            <a:ext cx="6233004" cy="1203929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4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998594"/>
            <a:ext cx="6233004" cy="1203929"/>
          </a:xfrm>
          <a:prstGeom prst="rect">
            <a:avLst/>
          </a:prstGeom>
        </p:spPr>
      </p:pic>
      <p:pic>
        <p:nvPicPr>
          <p:cNvPr id="8" name="Picture 7" descr="c4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9074" y="3169840"/>
            <a:ext cx="1737316" cy="1127731"/>
          </a:xfrm>
          <a:prstGeom prst="rect">
            <a:avLst/>
          </a:prstGeom>
        </p:spPr>
      </p:pic>
      <p:pic>
        <p:nvPicPr>
          <p:cNvPr id="7" name="Picture 6" descr="c5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5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8019" y="1645878"/>
            <a:ext cx="1508722" cy="822939"/>
          </a:xfrm>
          <a:prstGeom prst="rect">
            <a:avLst/>
          </a:prstGeom>
        </p:spPr>
      </p:pic>
      <p:pic>
        <p:nvPicPr>
          <p:cNvPr id="5" name="Picture 4" descr="c6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6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1406" y="2941246"/>
            <a:ext cx="1127731" cy="822939"/>
          </a:xfrm>
          <a:prstGeom prst="rect">
            <a:avLst/>
          </a:prstGeom>
        </p:spPr>
      </p:pic>
      <p:pic>
        <p:nvPicPr>
          <p:cNvPr id="7" name="Picture 6" descr="c6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6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7029" y="4236614"/>
            <a:ext cx="1508722" cy="822939"/>
          </a:xfrm>
          <a:prstGeom prst="rect">
            <a:avLst/>
          </a:prstGeom>
        </p:spPr>
      </p:pic>
      <p:pic>
        <p:nvPicPr>
          <p:cNvPr id="9" name="Picture 8" descr="c6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112" y="45718"/>
            <a:ext cx="3489872" cy="1584920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537796" cy="1280127"/>
          </a:xfrm>
          <a:prstGeom prst="rect">
            <a:avLst/>
          </a:prstGeom>
        </p:spPr>
      </p:pic>
      <p:pic>
        <p:nvPicPr>
          <p:cNvPr id="4" name="Picture 3" descr="c7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9929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