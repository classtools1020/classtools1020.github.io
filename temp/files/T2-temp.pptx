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hyperlink" Target="https://classtools1020.github.io/temp/forehead.html" TargetMode="External"/><Relationship Id="rId9" Type="http://schemas.openxmlformats.org/officeDocument/2006/relationships/slide" Target="slide11.xml"/><Relationship Id="rId10" Type="http://schemas.openxmlformats.org/officeDocument/2006/relationships/hyperlink" Target="https://classtools1020.github.io/temp/files/T2-print.pdf" TargetMode="External"/><Relationship Id="rId11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image" Target="../media/image23.jpg"/><Relationship Id="rId8" Type="http://schemas.openxmlformats.org/officeDocument/2006/relationships/image" Target="../media/image24.jpg"/><Relationship Id="rId9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image" Target="../media/image39.jpg"/><Relationship Id="rId5" Type="http://schemas.openxmlformats.org/officeDocument/2006/relationships/image" Target="../media/image40.jpg"/><Relationship Id="rId6" Type="http://schemas.openxmlformats.org/officeDocument/2006/relationships/image" Target="../media/image41.jpg"/><Relationship Id="rId7" Type="http://schemas.openxmlformats.org/officeDocument/2006/relationships/image" Target="../media/image42.jpg"/><Relationship Id="rId8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Relationship Id="rId4" Type="http://schemas.openxmlformats.org/officeDocument/2006/relationships/hyperlink" Target="https://classtools1020.github.io/temp/forehead.html" TargetMode="External"/><Relationship Id="rId5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Relationship Id="rId7" Type="http://schemas.openxmlformats.org/officeDocument/2006/relationships/image" Target="../media/image50.jpg"/><Relationship Id="rId8" Type="http://schemas.openxmlformats.org/officeDocument/2006/relationships/image" Target="../media/image51.jpg"/><Relationship Id="rId9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jpg"/><Relationship Id="rId4" Type="http://schemas.openxmlformats.org/officeDocument/2006/relationships/image" Target="../media/image54.jpg"/><Relationship Id="rId5" Type="http://schemas.openxmlformats.org/officeDocument/2006/relationships/image" Target="../media/image55.jpg"/><Relationship Id="rId6" Type="http://schemas.openxmlformats.org/officeDocument/2006/relationships/image" Target="../media/image56.jpg"/><Relationship Id="rId7" Type="http://schemas.openxmlformats.org/officeDocument/2006/relationships/image" Target="../media/image57.jpg"/><Relationship Id="rId8" Type="http://schemas.openxmlformats.org/officeDocument/2006/relationships/image" Target="../media/image58.jpg"/><Relationship Id="rId9" Type="http://schemas.openxmlformats.org/officeDocument/2006/relationships/image" Target="../media/image59.jpg"/><Relationship Id="rId10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jpg"/><Relationship Id="rId4" Type="http://schemas.openxmlformats.org/officeDocument/2006/relationships/image" Target="../media/image62.jpg"/><Relationship Id="rId5" Type="http://schemas.openxmlformats.org/officeDocument/2006/relationships/image" Target="../media/image63.jpg"/><Relationship Id="rId6" Type="http://schemas.openxmlformats.org/officeDocument/2006/relationships/image" Target="../media/image64.jpg"/><Relationship Id="rId7" Type="http://schemas.openxmlformats.org/officeDocument/2006/relationships/image" Target="../media/image65.jpg"/><Relationship Id="rId8" Type="http://schemas.openxmlformats.org/officeDocument/2006/relationships/image" Target="../media/image66.jpg"/><Relationship Id="rId9" Type="http://schemas.openxmlformats.org/officeDocument/2006/relationships/image" Target="../media/image67.jpg"/><Relationship Id="rId10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image" Target="../media/image69.jpg"/><Relationship Id="rId4" Type="http://schemas.openxmlformats.org/officeDocument/2006/relationships/image" Target="../media/image70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6286342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2423099" cy="82293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2423099" cy="746741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3" y="2636454"/>
            <a:ext cx="3870863" cy="822939"/>
          </a:xfrm>
          <a:prstGeom prst="rect">
            <a:avLst/>
          </a:prstGeom>
        </p:spPr>
      </p:pic>
      <p:pic>
        <p:nvPicPr>
          <p:cNvPr id="6" name="Picture 5" descr="c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2575495" cy="82293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3642268" cy="822939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636454"/>
            <a:ext cx="3337476" cy="82293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188690"/>
            <a:ext cx="6385400" cy="120392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417284"/>
            <a:ext cx="6385400" cy="1813514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941246"/>
            <a:ext cx="6385400" cy="1203929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3779425"/>
            <a:ext cx="6385400" cy="1203929"/>
          </a:xfrm>
          <a:prstGeom prst="rect">
            <a:avLst/>
          </a:prstGeom>
        </p:spPr>
      </p:pic>
      <p:pic>
        <p:nvPicPr>
          <p:cNvPr id="7" name="Picture 6" descr="c5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693802"/>
            <a:ext cx="6385400" cy="1203929"/>
          </a:xfrm>
          <a:prstGeom prst="rect">
            <a:avLst/>
          </a:prstGeom>
        </p:spPr>
      </p:pic>
      <p:pic>
        <p:nvPicPr>
          <p:cNvPr id="8" name="Picture 7" descr="c5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5608179"/>
            <a:ext cx="6385400" cy="1203929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7680767" cy="2804089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716" y="1798275"/>
            <a:ext cx="4068978" cy="2118307"/>
          </a:xfrm>
          <a:prstGeom prst="rect">
            <a:avLst/>
          </a:prstGeom>
        </p:spPr>
      </p:pic>
      <p:pic>
        <p:nvPicPr>
          <p:cNvPr id="5" name="Picture 4" descr="c6_2_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11" y="2026869"/>
            <a:ext cx="7756965" cy="2270703"/>
          </a:xfrm>
          <a:prstGeom prst="rect">
            <a:avLst/>
          </a:prstGeom>
        </p:spPr>
      </p:pic>
      <p:pic>
        <p:nvPicPr>
          <p:cNvPr id="6" name="Picture 5" descr="c6_3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1151" y="1645878"/>
            <a:ext cx="1661118" cy="1508722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103" y="1950671"/>
            <a:ext cx="899137" cy="1203929"/>
          </a:xfrm>
          <a:prstGeom prst="rect">
            <a:avLst/>
          </a:prstGeom>
        </p:spPr>
      </p:pic>
      <p:pic>
        <p:nvPicPr>
          <p:cNvPr id="5" name="Picture 4" descr="c7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0065" y="1645878"/>
            <a:ext cx="899137" cy="1508722"/>
          </a:xfrm>
          <a:prstGeom prst="rect">
            <a:avLst/>
          </a:prstGeom>
        </p:spPr>
      </p:pic>
      <p:pic>
        <p:nvPicPr>
          <p:cNvPr id="6" name="Picture 5" descr="c7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358" y="3093642"/>
            <a:ext cx="5090032" cy="3108882"/>
          </a:xfrm>
          <a:prstGeom prst="rect">
            <a:avLst/>
          </a:prstGeom>
        </p:spPr>
      </p:pic>
      <p:pic>
        <p:nvPicPr>
          <p:cNvPr id="7" name="Picture 6" descr="c7_4_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5090032" cy="746741"/>
          </a:xfrm>
          <a:prstGeom prst="rect">
            <a:avLst/>
          </a:prstGeom>
        </p:spPr>
      </p:pic>
      <p:pic>
        <p:nvPicPr>
          <p:cNvPr id="8" name="Picture 7" descr="c7_5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038" y="1569680"/>
            <a:ext cx="1737316" cy="1584920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594" y="1569680"/>
            <a:ext cx="1737316" cy="1584920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5943" y="1569680"/>
            <a:ext cx="2042108" cy="1584920"/>
          </a:xfrm>
          <a:prstGeom prst="rect">
            <a:avLst/>
          </a:prstGeom>
        </p:spPr>
      </p:pic>
      <p:pic>
        <p:nvPicPr>
          <p:cNvPr id="6" name="Picture 5" descr="c8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897" y="4465208"/>
            <a:ext cx="5013834" cy="899137"/>
          </a:xfrm>
          <a:prstGeom prst="rect">
            <a:avLst/>
          </a:prstGeom>
        </p:spPr>
      </p:pic>
      <p:pic>
        <p:nvPicPr>
          <p:cNvPr id="7" name="Picture 6" descr="c8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10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6" name="Picture 5" descr="c11_3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7" name="Picture 6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8" name="Picture 7" descr="c11_4_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7509" y="3017444"/>
            <a:ext cx="3108882" cy="1356326"/>
          </a:xfrm>
          <a:prstGeom prst="rect">
            <a:avLst/>
          </a:prstGeom>
        </p:spPr>
      </p:pic>
      <p:pic>
        <p:nvPicPr>
          <p:cNvPr id="9" name="Picture 8" descr="c11_5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10" name="Picture 9" descr="c11_6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11" name="TextBox 10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decel="100000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623" y="1645878"/>
            <a:ext cx="1813514" cy="822939"/>
          </a:xfrm>
          <a:prstGeom prst="rect">
            <a:avLst/>
          </a:prstGeom>
        </p:spPr>
      </p:pic>
      <p:pic>
        <p:nvPicPr>
          <p:cNvPr id="5" name="Picture 4" descr="c1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1246" y="2941246"/>
            <a:ext cx="1508722" cy="822939"/>
          </a:xfrm>
          <a:prstGeom prst="rect">
            <a:avLst/>
          </a:prstGeom>
        </p:spPr>
      </p:pic>
      <p:pic>
        <p:nvPicPr>
          <p:cNvPr id="7" name="Picture 6" descr="c1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1246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12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03929"/>
          </a:xfrm>
          <a:prstGeom prst="rect">
            <a:avLst/>
          </a:prstGeom>
        </p:spPr>
      </p:pic>
      <p:pic>
        <p:nvPicPr>
          <p:cNvPr id="4" name="Picture 3" descr="c13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