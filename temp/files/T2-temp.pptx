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hyperlink" Target="https://classtools1020.github.io/games/checkin.html?team=&#28331;&#24230;&#29305;&#21220;&#38538;&amp;back=t2.html%233" TargetMode="External"/><Relationship Id="rId4" Type="http://schemas.openxmlformats.org/officeDocument/2006/relationships/slide" Target="slide3.xml"/><Relationship Id="rId5" Type="http://schemas.openxmlformats.org/officeDocument/2006/relationships/slide" Target="slide4.xml"/><Relationship Id="rId6" Type="http://schemas.openxmlformats.org/officeDocument/2006/relationships/slide" Target="slide6.xml"/><Relationship Id="rId7" Type="http://schemas.openxmlformats.org/officeDocument/2006/relationships/slide" Target="slide7.xml"/><Relationship Id="rId8" Type="http://schemas.openxmlformats.org/officeDocument/2006/relationships/hyperlink" Target="https://classtools1020.github.io/temp/forehead.html" TargetMode="External"/><Relationship Id="rId9" Type="http://schemas.openxmlformats.org/officeDocument/2006/relationships/slide" Target="slide11.xml"/><Relationship Id="rId10" Type="http://schemas.openxmlformats.org/officeDocument/2006/relationships/hyperlink" Target="https://classtools1020.github.io/temp/files/T2-print.pdf" TargetMode="External"/><Relationship Id="rId11" Type="http://schemas.openxmlformats.org/officeDocument/2006/relationships/hyperlink" Target="https://classtools1020.github.io/games/checkin.html?team=&#28331;&#24230;&#29305;&#21220;&#38538;&amp;back=t2.html%233#end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image" Target="../media/image5.jpg"/><Relationship Id="rId4" Type="http://schemas.openxmlformats.org/officeDocument/2006/relationships/image" Target="../media/image6.jpg"/><Relationship Id="rId5" Type="http://schemas.openxmlformats.org/officeDocument/2006/relationships/image" Target="../media/image7.jpg"/><Relationship Id="rId6" Type="http://schemas.openxmlformats.org/officeDocument/2006/relationships/slide" Target="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image" Target="../media/image9.jpg"/><Relationship Id="rId4" Type="http://schemas.openxmlformats.org/officeDocument/2006/relationships/image" Target="../media/image10.jpg"/><Relationship Id="rId5" Type="http://schemas.openxmlformats.org/officeDocument/2006/relationships/image" Target="../media/image11.jpg"/><Relationship Id="rId6" Type="http://schemas.openxmlformats.org/officeDocument/2006/relationships/image" Target="../media/image12.jpg"/><Relationship Id="rId7" Type="http://schemas.openxmlformats.org/officeDocument/2006/relationships/slide" Target="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Relationship Id="rId3" Type="http://schemas.openxmlformats.org/officeDocument/2006/relationships/image" Target="../media/image14.jpg"/><Relationship Id="rId4" Type="http://schemas.openxmlformats.org/officeDocument/2006/relationships/image" Target="../media/image15.jpg"/><Relationship Id="rId5" Type="http://schemas.openxmlformats.org/officeDocument/2006/relationships/image" Target="../media/image16.jpg"/><Relationship Id="rId6" Type="http://schemas.openxmlformats.org/officeDocument/2006/relationships/image" Target="../media/image17.jpg"/><Relationship Id="rId7" Type="http://schemas.openxmlformats.org/officeDocument/2006/relationships/slide" Target="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Relationship Id="rId3" Type="http://schemas.openxmlformats.org/officeDocument/2006/relationships/image" Target="../media/image19.jpg"/><Relationship Id="rId4" Type="http://schemas.openxmlformats.org/officeDocument/2006/relationships/image" Target="../media/image20.jpg"/><Relationship Id="rId5" Type="http://schemas.openxmlformats.org/officeDocument/2006/relationships/image" Target="../media/image21.jpg"/><Relationship Id="rId6" Type="http://schemas.openxmlformats.org/officeDocument/2006/relationships/image" Target="../media/image22.jpg"/><Relationship Id="rId7" Type="http://schemas.openxmlformats.org/officeDocument/2006/relationships/image" Target="../media/image23.jpg"/><Relationship Id="rId8" Type="http://schemas.openxmlformats.org/officeDocument/2006/relationships/image" Target="../media/image24.jpg"/><Relationship Id="rId9" Type="http://schemas.openxmlformats.org/officeDocument/2006/relationships/slide" Target="slide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jpg"/><Relationship Id="rId3" Type="http://schemas.openxmlformats.org/officeDocument/2006/relationships/image" Target="../media/image26.jpg"/><Relationship Id="rId4" Type="http://schemas.openxmlformats.org/officeDocument/2006/relationships/image" Target="../media/image27.jpg"/><Relationship Id="rId5" Type="http://schemas.openxmlformats.org/officeDocument/2006/relationships/image" Target="../media/image28.jpg"/><Relationship Id="rId6" Type="http://schemas.openxmlformats.org/officeDocument/2006/relationships/image" Target="../media/image29.jpg"/><Relationship Id="rId7" Type="http://schemas.openxmlformats.org/officeDocument/2006/relationships/slide" Target="slide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jpg"/><Relationship Id="rId3" Type="http://schemas.openxmlformats.org/officeDocument/2006/relationships/image" Target="../media/image31.jpg"/><Relationship Id="rId4" Type="http://schemas.openxmlformats.org/officeDocument/2006/relationships/image" Target="../media/image32.jpg"/><Relationship Id="rId5" Type="http://schemas.openxmlformats.org/officeDocument/2006/relationships/image" Target="../media/image33.jpg"/><Relationship Id="rId6" Type="http://schemas.openxmlformats.org/officeDocument/2006/relationships/image" Target="../media/image34.jpg"/><Relationship Id="rId7" Type="http://schemas.openxmlformats.org/officeDocument/2006/relationships/image" Target="../media/image35.jpg"/><Relationship Id="rId8" Type="http://schemas.openxmlformats.org/officeDocument/2006/relationships/image" Target="../media/image36.jpg"/><Relationship Id="rId9" Type="http://schemas.openxmlformats.org/officeDocument/2006/relationships/slide" Target="slide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jpg"/><Relationship Id="rId3" Type="http://schemas.openxmlformats.org/officeDocument/2006/relationships/image" Target="../media/image38.jpg"/><Relationship Id="rId4" Type="http://schemas.openxmlformats.org/officeDocument/2006/relationships/image" Target="../media/image39.jpg"/><Relationship Id="rId5" Type="http://schemas.openxmlformats.org/officeDocument/2006/relationships/image" Target="../media/image40.jpg"/><Relationship Id="rId6" Type="http://schemas.openxmlformats.org/officeDocument/2006/relationships/image" Target="../media/image41.jpg"/><Relationship Id="rId7" Type="http://schemas.openxmlformats.org/officeDocument/2006/relationships/image" Target="../media/image42.jpg"/><Relationship Id="rId8" Type="http://schemas.openxmlformats.org/officeDocument/2006/relationships/slide" Target="slide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jpg"/><Relationship Id="rId3" Type="http://schemas.openxmlformats.org/officeDocument/2006/relationships/image" Target="../media/image44.jpg"/><Relationship Id="rId4" Type="http://schemas.openxmlformats.org/officeDocument/2006/relationships/hyperlink" Target="https://classtools1020.github.io/temp/forehead.html" TargetMode="External"/><Relationship Id="rId5" Type="http://schemas.openxmlformats.org/officeDocument/2006/relationships/slide" Target="slide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jpg"/><Relationship Id="rId3" Type="http://schemas.openxmlformats.org/officeDocument/2006/relationships/image" Target="../media/image46.jpg"/><Relationship Id="rId4" Type="http://schemas.openxmlformats.org/officeDocument/2006/relationships/image" Target="../media/image47.jpg"/><Relationship Id="rId5" Type="http://schemas.openxmlformats.org/officeDocument/2006/relationships/image" Target="../media/image48.jpg"/><Relationship Id="rId6" Type="http://schemas.openxmlformats.org/officeDocument/2006/relationships/image" Target="../media/image49.jpg"/><Relationship Id="rId7" Type="http://schemas.openxmlformats.org/officeDocument/2006/relationships/image" Target="../media/image50.jpg"/><Relationship Id="rId8" Type="http://schemas.openxmlformats.org/officeDocument/2006/relationships/image" Target="../media/image51.jpg"/><Relationship Id="rId9" Type="http://schemas.openxmlformats.org/officeDocument/2006/relationships/slide" Target="slide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jpg"/><Relationship Id="rId3" Type="http://schemas.openxmlformats.org/officeDocument/2006/relationships/image" Target="../media/image53.jpg"/><Relationship Id="rId4" Type="http://schemas.openxmlformats.org/officeDocument/2006/relationships/image" Target="../media/image54.jpg"/><Relationship Id="rId5" Type="http://schemas.openxmlformats.org/officeDocument/2006/relationships/image" Target="../media/image55.jpg"/><Relationship Id="rId6" Type="http://schemas.openxmlformats.org/officeDocument/2006/relationships/image" Target="../media/image56.jpg"/><Relationship Id="rId7" Type="http://schemas.openxmlformats.org/officeDocument/2006/relationships/image" Target="../media/image57.jpg"/><Relationship Id="rId8" Type="http://schemas.openxmlformats.org/officeDocument/2006/relationships/image" Target="../media/image58.jpg"/><Relationship Id="rId9" Type="http://schemas.openxmlformats.org/officeDocument/2006/relationships/image" Target="../media/image59.jpg"/><Relationship Id="rId10" Type="http://schemas.openxmlformats.org/officeDocument/2006/relationships/slide" Target="slide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0.jpg"/><Relationship Id="rId3" Type="http://schemas.openxmlformats.org/officeDocument/2006/relationships/image" Target="../media/image61.jpg"/><Relationship Id="rId4" Type="http://schemas.openxmlformats.org/officeDocument/2006/relationships/image" Target="../media/image62.jpg"/><Relationship Id="rId5" Type="http://schemas.openxmlformats.org/officeDocument/2006/relationships/image" Target="../media/image63.jpg"/><Relationship Id="rId6" Type="http://schemas.openxmlformats.org/officeDocument/2006/relationships/image" Target="../media/image64.jpg"/><Relationship Id="rId7" Type="http://schemas.openxmlformats.org/officeDocument/2006/relationships/image" Target="../media/image65.jpg"/><Relationship Id="rId8" Type="http://schemas.openxmlformats.org/officeDocument/2006/relationships/image" Target="../media/image66.jpg"/><Relationship Id="rId9" Type="http://schemas.openxmlformats.org/officeDocument/2006/relationships/image" Target="../media/image67.jpg"/><Relationship Id="rId10" Type="http://schemas.openxmlformats.org/officeDocument/2006/relationships/slide" Target="slide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8.jpg"/><Relationship Id="rId3" Type="http://schemas.openxmlformats.org/officeDocument/2006/relationships/image" Target="../media/image69.jpg"/><Relationship Id="rId4" Type="http://schemas.openxmlformats.org/officeDocument/2006/relationships/image" Target="../media/image70.jpg"/><Relationship Id="rId5" Type="http://schemas.openxmlformats.org/officeDocument/2006/relationships/slide" Target="slide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pic>
        <p:nvPicPr>
          <p:cNvPr id="3" name="Picture 2" descr="c0_1_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22876" y="3931821"/>
            <a:ext cx="1889712" cy="2270703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42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42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42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sp>
        <p:nvSpPr>
          <p:cNvPr id="3" name="Rectangle 2">
            <a:hlinkClick r:id="rId3"/>
          </p:cNvPr>
          <p:cNvSpPr/>
          <p:nvPr/>
        </p:nvSpPr>
        <p:spPr>
          <a:xfrm>
            <a:off x="655303" y="1409664"/>
            <a:ext cx="10881087" cy="533386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>
            <a:hlinkClick action="ppaction://hlinksldjump" r:id="rId4"/>
          </p:cNvPr>
          <p:cNvSpPr/>
          <p:nvPr/>
        </p:nvSpPr>
        <p:spPr>
          <a:xfrm>
            <a:off x="655303" y="2019249"/>
            <a:ext cx="10881087" cy="533386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>
            <a:hlinkClick action="ppaction://hlinksldjump" r:id="rId5"/>
          </p:cNvPr>
          <p:cNvSpPr/>
          <p:nvPr/>
        </p:nvSpPr>
        <p:spPr>
          <a:xfrm>
            <a:off x="655303" y="2628834"/>
            <a:ext cx="10881087" cy="533386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>
            <a:hlinkClick action="ppaction://hlinksldjump" r:id="rId6"/>
          </p:cNvPr>
          <p:cNvSpPr/>
          <p:nvPr/>
        </p:nvSpPr>
        <p:spPr>
          <a:xfrm>
            <a:off x="655303" y="3238418"/>
            <a:ext cx="10881087" cy="533386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>
            <a:hlinkClick action="ppaction://hlinksldjump" r:id="rId7"/>
          </p:cNvPr>
          <p:cNvSpPr/>
          <p:nvPr/>
        </p:nvSpPr>
        <p:spPr>
          <a:xfrm>
            <a:off x="655303" y="3848003"/>
            <a:ext cx="10881087" cy="533386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>
            <a:hlinkClick r:id="rId8"/>
          </p:cNvPr>
          <p:cNvSpPr/>
          <p:nvPr/>
        </p:nvSpPr>
        <p:spPr>
          <a:xfrm>
            <a:off x="655303" y="4457588"/>
            <a:ext cx="10881087" cy="533386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>
            <a:hlinkClick action="ppaction://hlinksldjump" r:id="rId9"/>
          </p:cNvPr>
          <p:cNvSpPr/>
          <p:nvPr/>
        </p:nvSpPr>
        <p:spPr>
          <a:xfrm>
            <a:off x="655303" y="5067173"/>
            <a:ext cx="10881087" cy="533386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>
            <a:hlinkClick r:id="rId10"/>
          </p:cNvPr>
          <p:cNvSpPr/>
          <p:nvPr/>
        </p:nvSpPr>
        <p:spPr>
          <a:xfrm>
            <a:off x="655303" y="5676757"/>
            <a:ext cx="10881087" cy="533386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>
            <a:hlinkClick r:id="rId11"/>
          </p:cNvPr>
          <p:cNvSpPr/>
          <p:nvPr/>
        </p:nvSpPr>
        <p:spPr>
          <a:xfrm>
            <a:off x="655303" y="6286342"/>
            <a:ext cx="10881087" cy="533386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>
    <p:push dir="l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pic>
        <p:nvPicPr>
          <p:cNvPr id="3" name="Picture 2" descr="c2_1_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6709" y="2103067"/>
            <a:ext cx="5699617" cy="2804089"/>
          </a:xfrm>
          <a:prstGeom prst="rect">
            <a:avLst/>
          </a:prstGeom>
        </p:spPr>
      </p:pic>
      <p:pic>
        <p:nvPicPr>
          <p:cNvPr id="4" name="Picture 3" descr="c2_2_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0511" y="1722076"/>
            <a:ext cx="11566870" cy="4099457"/>
          </a:xfrm>
          <a:prstGeom prst="rect">
            <a:avLst/>
          </a:prstGeom>
        </p:spPr>
      </p:pic>
      <p:pic>
        <p:nvPicPr>
          <p:cNvPr id="5" name="Picture 4" descr="c2_3_0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5836773"/>
            <a:ext cx="12191695" cy="1021054"/>
          </a:xfrm>
          <a:prstGeom prst="rect">
            <a:avLst/>
          </a:prstGeom>
        </p:spPr>
      </p:pic>
      <p:sp>
        <p:nvSpPr>
          <p:cNvPr id="6" name="TextBox 5">
            <a:hlinkClick action="ppaction://hlinksldjump" r:id="rId6"/>
          </p:cNvPr>
          <p:cNvSpPr txBox="1"/>
          <p:nvPr/>
        </p:nvSpPr>
        <p:spPr>
          <a:xfrm>
            <a:off x="11048723" y="76198"/>
            <a:ext cx="1066773" cy="3047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8A8F96"/>
                </a:solidFill>
                <a:latin typeface="微軟正黑體"/>
                <a:ea typeface="微軟正黑體"/>
                <a:cs typeface="微軟正黑體"/>
              </a:rPr>
              <a:t>流程 ↩</a:t>
            </a:r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" presetClass="entr" presetSubtype="4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" dur="5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" dur="5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pic>
        <p:nvPicPr>
          <p:cNvPr id="3" name="Picture 2" descr="c3_1_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6709" y="1417284"/>
            <a:ext cx="2423099" cy="822939"/>
          </a:xfrm>
          <a:prstGeom prst="rect">
            <a:avLst/>
          </a:prstGeom>
        </p:spPr>
      </p:pic>
      <p:pic>
        <p:nvPicPr>
          <p:cNvPr id="4" name="Picture 3" descr="c3_2_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6709" y="2026869"/>
            <a:ext cx="2423099" cy="746741"/>
          </a:xfrm>
          <a:prstGeom prst="rect">
            <a:avLst/>
          </a:prstGeom>
        </p:spPr>
      </p:pic>
      <p:pic>
        <p:nvPicPr>
          <p:cNvPr id="5" name="Picture 4" descr="c3_3_0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5303" y="2636454"/>
            <a:ext cx="3870863" cy="822939"/>
          </a:xfrm>
          <a:prstGeom prst="rect">
            <a:avLst/>
          </a:prstGeom>
        </p:spPr>
      </p:pic>
      <p:pic>
        <p:nvPicPr>
          <p:cNvPr id="6" name="Picture 5" descr="c3_4_0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5836773"/>
            <a:ext cx="12191695" cy="1021054"/>
          </a:xfrm>
          <a:prstGeom prst="rect">
            <a:avLst/>
          </a:prstGeom>
        </p:spPr>
      </p:pic>
      <p:sp>
        <p:nvSpPr>
          <p:cNvPr id="7" name="TextBox 6">
            <a:hlinkClick action="ppaction://hlinksldjump" r:id="rId7"/>
          </p:cNvPr>
          <p:cNvSpPr txBox="1"/>
          <p:nvPr/>
        </p:nvSpPr>
        <p:spPr>
          <a:xfrm>
            <a:off x="11048723" y="76198"/>
            <a:ext cx="1066773" cy="3047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8A8F96"/>
                </a:solidFill>
                <a:latin typeface="微軟正黑體"/>
                <a:ea typeface="微軟正黑體"/>
                <a:cs typeface="微軟正黑體"/>
              </a:rPr>
              <a:t>流程 ↩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pic>
        <p:nvPicPr>
          <p:cNvPr id="3" name="Picture 2" descr="c4_1_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6709" y="1417284"/>
            <a:ext cx="2575495" cy="822939"/>
          </a:xfrm>
          <a:prstGeom prst="rect">
            <a:avLst/>
          </a:prstGeom>
        </p:spPr>
      </p:pic>
      <p:pic>
        <p:nvPicPr>
          <p:cNvPr id="4" name="Picture 3" descr="c4_2_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6709" y="2026869"/>
            <a:ext cx="3642268" cy="822939"/>
          </a:xfrm>
          <a:prstGeom prst="rect">
            <a:avLst/>
          </a:prstGeom>
        </p:spPr>
      </p:pic>
      <p:pic>
        <p:nvPicPr>
          <p:cNvPr id="5" name="Picture 4" descr="c4_3_0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6709" y="2636454"/>
            <a:ext cx="3337476" cy="822939"/>
          </a:xfrm>
          <a:prstGeom prst="rect">
            <a:avLst/>
          </a:prstGeom>
        </p:spPr>
      </p:pic>
      <p:pic>
        <p:nvPicPr>
          <p:cNvPr id="6" name="Picture 5" descr="c4_4_0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5836773"/>
            <a:ext cx="12191695" cy="1021054"/>
          </a:xfrm>
          <a:prstGeom prst="rect">
            <a:avLst/>
          </a:prstGeom>
        </p:spPr>
      </p:pic>
      <p:sp>
        <p:nvSpPr>
          <p:cNvPr id="7" name="TextBox 6">
            <a:hlinkClick action="ppaction://hlinksldjump" r:id="rId7"/>
          </p:cNvPr>
          <p:cNvSpPr txBox="1"/>
          <p:nvPr/>
        </p:nvSpPr>
        <p:spPr>
          <a:xfrm>
            <a:off x="11048723" y="76198"/>
            <a:ext cx="1066773" cy="3047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8A8F96"/>
                </a:solidFill>
                <a:latin typeface="微軟正黑體"/>
                <a:ea typeface="微軟正黑體"/>
                <a:cs typeface="微軟正黑體"/>
              </a:rPr>
              <a:t>流程 ↩</a:t>
            </a:r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pic>
        <p:nvPicPr>
          <p:cNvPr id="3" name="Picture 2" descr="c5_1_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6709" y="1188690"/>
            <a:ext cx="6385400" cy="1203929"/>
          </a:xfrm>
          <a:prstGeom prst="rect">
            <a:avLst/>
          </a:prstGeom>
        </p:spPr>
      </p:pic>
      <p:pic>
        <p:nvPicPr>
          <p:cNvPr id="4" name="Picture 3" descr="c5_2_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6709" y="1417284"/>
            <a:ext cx="6385400" cy="1813514"/>
          </a:xfrm>
          <a:prstGeom prst="rect">
            <a:avLst/>
          </a:prstGeom>
        </p:spPr>
      </p:pic>
      <p:pic>
        <p:nvPicPr>
          <p:cNvPr id="5" name="Picture 4" descr="c5_3_0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6709" y="2941246"/>
            <a:ext cx="6385400" cy="1203929"/>
          </a:xfrm>
          <a:prstGeom prst="rect">
            <a:avLst/>
          </a:prstGeom>
        </p:spPr>
      </p:pic>
      <p:pic>
        <p:nvPicPr>
          <p:cNvPr id="6" name="Picture 5" descr="c5_4_0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6709" y="3779425"/>
            <a:ext cx="6385400" cy="1203929"/>
          </a:xfrm>
          <a:prstGeom prst="rect">
            <a:avLst/>
          </a:prstGeom>
        </p:spPr>
      </p:pic>
      <p:pic>
        <p:nvPicPr>
          <p:cNvPr id="7" name="Picture 6" descr="c5_5_0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6709" y="4693802"/>
            <a:ext cx="6385400" cy="1203929"/>
          </a:xfrm>
          <a:prstGeom prst="rect">
            <a:avLst/>
          </a:prstGeom>
        </p:spPr>
      </p:pic>
      <p:pic>
        <p:nvPicPr>
          <p:cNvPr id="8" name="Picture 7" descr="c5_6_0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26709" y="5608179"/>
            <a:ext cx="6385400" cy="1203929"/>
          </a:xfrm>
          <a:prstGeom prst="rect">
            <a:avLst/>
          </a:prstGeom>
        </p:spPr>
      </p:pic>
      <p:sp>
        <p:nvSpPr>
          <p:cNvPr id="9" name="TextBox 8">
            <a:hlinkClick action="ppaction://hlinksldjump" r:id="rId9"/>
          </p:cNvPr>
          <p:cNvSpPr txBox="1"/>
          <p:nvPr/>
        </p:nvSpPr>
        <p:spPr>
          <a:xfrm>
            <a:off x="11048723" y="76198"/>
            <a:ext cx="1066773" cy="3047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8A8F96"/>
                </a:solidFill>
                <a:latin typeface="微軟正黑體"/>
                <a:ea typeface="微軟正黑體"/>
                <a:cs typeface="微軟正黑體"/>
              </a:rPr>
              <a:t>流程 ↩</a:t>
            </a:r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entr" presetSubtype="8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" presetClass="entr" presetSubtype="8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" presetClass="entr" presetSubtype="8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" presetClass="entr" presetSubtype="8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pic>
        <p:nvPicPr>
          <p:cNvPr id="3" name="Picture 2" descr="c6_1_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6709" y="2103067"/>
            <a:ext cx="7680767" cy="2804089"/>
          </a:xfrm>
          <a:prstGeom prst="rect">
            <a:avLst/>
          </a:prstGeom>
        </p:spPr>
      </p:pic>
      <p:pic>
        <p:nvPicPr>
          <p:cNvPr id="4" name="Picture 3" descr="c6_2_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2716" y="1798275"/>
            <a:ext cx="4068978" cy="2118307"/>
          </a:xfrm>
          <a:prstGeom prst="rect">
            <a:avLst/>
          </a:prstGeom>
        </p:spPr>
      </p:pic>
      <p:pic>
        <p:nvPicPr>
          <p:cNvPr id="5" name="Picture 4" descr="c6_2_1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0511" y="2026869"/>
            <a:ext cx="7756965" cy="2270703"/>
          </a:xfrm>
          <a:prstGeom prst="rect">
            <a:avLst/>
          </a:prstGeom>
        </p:spPr>
      </p:pic>
      <p:pic>
        <p:nvPicPr>
          <p:cNvPr id="6" name="Picture 5" descr="c6_3_0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5836773"/>
            <a:ext cx="12191695" cy="1021054"/>
          </a:xfrm>
          <a:prstGeom prst="rect">
            <a:avLst/>
          </a:prstGeom>
        </p:spPr>
      </p:pic>
      <p:sp>
        <p:nvSpPr>
          <p:cNvPr id="7" name="TextBox 6">
            <a:hlinkClick action="ppaction://hlinksldjump" r:id="rId7"/>
          </p:cNvPr>
          <p:cNvSpPr txBox="1"/>
          <p:nvPr/>
        </p:nvSpPr>
        <p:spPr>
          <a:xfrm>
            <a:off x="11048723" y="76198"/>
            <a:ext cx="1066773" cy="3047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8A8F96"/>
                </a:solidFill>
                <a:latin typeface="微軟正黑體"/>
                <a:ea typeface="微軟正黑體"/>
                <a:cs typeface="微軟正黑體"/>
              </a:rPr>
              <a:t>流程 ↩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2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" presetClass="entr" presetSubtype="4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5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5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pic>
        <p:nvPicPr>
          <p:cNvPr id="3" name="Picture 2" descr="c7_1_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51151" y="1645878"/>
            <a:ext cx="1661118" cy="1508722"/>
          </a:xfrm>
          <a:prstGeom prst="rect">
            <a:avLst/>
          </a:prstGeom>
        </p:spPr>
      </p:pic>
      <p:pic>
        <p:nvPicPr>
          <p:cNvPr id="4" name="Picture 3" descr="c7_2_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56103" y="1950671"/>
            <a:ext cx="899137" cy="1203929"/>
          </a:xfrm>
          <a:prstGeom prst="rect">
            <a:avLst/>
          </a:prstGeom>
        </p:spPr>
      </p:pic>
      <p:pic>
        <p:nvPicPr>
          <p:cNvPr id="5" name="Picture 4" descr="c7_3_0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180065" y="1645878"/>
            <a:ext cx="899137" cy="1508722"/>
          </a:xfrm>
          <a:prstGeom prst="rect">
            <a:avLst/>
          </a:prstGeom>
        </p:spPr>
      </p:pic>
      <p:pic>
        <p:nvPicPr>
          <p:cNvPr id="6" name="Picture 5" descr="c7_4_0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46358" y="3093642"/>
            <a:ext cx="5090032" cy="3108882"/>
          </a:xfrm>
          <a:prstGeom prst="rect">
            <a:avLst/>
          </a:prstGeom>
        </p:spPr>
      </p:pic>
      <p:pic>
        <p:nvPicPr>
          <p:cNvPr id="7" name="Picture 6" descr="c7_4_1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6709" y="4389010"/>
            <a:ext cx="5090032" cy="746741"/>
          </a:xfrm>
          <a:prstGeom prst="rect">
            <a:avLst/>
          </a:prstGeom>
        </p:spPr>
      </p:pic>
      <p:pic>
        <p:nvPicPr>
          <p:cNvPr id="8" name="Picture 7" descr="c7_5_0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0" y="5836773"/>
            <a:ext cx="12191695" cy="1021054"/>
          </a:xfrm>
          <a:prstGeom prst="rect">
            <a:avLst/>
          </a:prstGeom>
        </p:spPr>
      </p:pic>
      <p:sp>
        <p:nvSpPr>
          <p:cNvPr id="9" name="TextBox 8">
            <a:hlinkClick action="ppaction://hlinksldjump" r:id="rId9"/>
          </p:cNvPr>
          <p:cNvSpPr txBox="1"/>
          <p:nvPr/>
        </p:nvSpPr>
        <p:spPr>
          <a:xfrm>
            <a:off x="11048723" y="76198"/>
            <a:ext cx="1066773" cy="3047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8A8F96"/>
                </a:solidFill>
                <a:latin typeface="微軟正黑體"/>
                <a:ea typeface="微軟正黑體"/>
                <a:cs typeface="微軟正黑體"/>
              </a:rPr>
              <a:t>流程 ↩</a:t>
            </a:r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42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42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7" dur="42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53" presetClass="entr" presetSubtype="16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0" dur="42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1" dur="42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2" dur="42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entr" presetSubtype="4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pic>
        <p:nvPicPr>
          <p:cNvPr id="3" name="Picture 2" descr="c8_1_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46038" y="1569680"/>
            <a:ext cx="1737316" cy="1584920"/>
          </a:xfrm>
          <a:prstGeom prst="rect">
            <a:avLst/>
          </a:prstGeom>
        </p:spPr>
      </p:pic>
      <p:pic>
        <p:nvPicPr>
          <p:cNvPr id="4" name="Picture 3" descr="c8_2_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98594" y="1569680"/>
            <a:ext cx="1737316" cy="1584920"/>
          </a:xfrm>
          <a:prstGeom prst="rect">
            <a:avLst/>
          </a:prstGeom>
        </p:spPr>
      </p:pic>
      <p:pic>
        <p:nvPicPr>
          <p:cNvPr id="5" name="Picture 4" descr="c8_3_0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55943" y="1569680"/>
            <a:ext cx="2042108" cy="1584920"/>
          </a:xfrm>
          <a:prstGeom prst="rect">
            <a:avLst/>
          </a:prstGeom>
        </p:spPr>
      </p:pic>
      <p:pic>
        <p:nvPicPr>
          <p:cNvPr id="6" name="Picture 5" descr="c8_4_0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3897" y="4465208"/>
            <a:ext cx="5013834" cy="899137"/>
          </a:xfrm>
          <a:prstGeom prst="rect">
            <a:avLst/>
          </a:prstGeom>
        </p:spPr>
      </p:pic>
      <p:pic>
        <p:nvPicPr>
          <p:cNvPr id="7" name="Picture 6" descr="c8_5_0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0" y="5836773"/>
            <a:ext cx="12191695" cy="1021054"/>
          </a:xfrm>
          <a:prstGeom prst="rect">
            <a:avLst/>
          </a:prstGeom>
        </p:spPr>
      </p:pic>
      <p:sp>
        <p:nvSpPr>
          <p:cNvPr id="8" name="TextBox 7">
            <a:hlinkClick action="ppaction://hlinksldjump" r:id="rId8"/>
          </p:cNvPr>
          <p:cNvSpPr txBox="1"/>
          <p:nvPr/>
        </p:nvSpPr>
        <p:spPr>
          <a:xfrm>
            <a:off x="11048723" y="76198"/>
            <a:ext cx="1066773" cy="3047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8A8F96"/>
                </a:solidFill>
                <a:latin typeface="微軟正黑體"/>
                <a:ea typeface="微軟正黑體"/>
                <a:cs typeface="微軟正黑體"/>
              </a:rPr>
              <a:t>流程 ↩</a:t>
            </a:r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42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42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42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42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42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42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42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42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" dur="42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" presetClass="entr" presetSubtype="4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8" dur="5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9" dur="5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" presetClass="entr" presetSubtype="4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4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5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pic>
        <p:nvPicPr>
          <p:cNvPr id="3" name="Picture 2" descr="c9_1_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80065" y="4160415"/>
            <a:ext cx="1584920" cy="2042108"/>
          </a:xfrm>
          <a:prstGeom prst="rect">
            <a:avLst/>
          </a:prstGeom>
        </p:spPr>
      </p:pic>
      <p:sp>
        <p:nvSpPr>
          <p:cNvPr id="4" name="Rectangle 3">
            <a:hlinkClick r:id="rId4"/>
          </p:cNvPr>
          <p:cNvSpPr/>
          <p:nvPr/>
        </p:nvSpPr>
        <p:spPr>
          <a:xfrm>
            <a:off x="655303" y="4724281"/>
            <a:ext cx="2523109" cy="754361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>
            <a:hlinkClick action="ppaction://hlinksldjump" r:id="rId5"/>
          </p:cNvPr>
          <p:cNvSpPr txBox="1"/>
          <p:nvPr/>
        </p:nvSpPr>
        <p:spPr>
          <a:xfrm>
            <a:off x="11048723" y="76198"/>
            <a:ext cx="1066773" cy="3047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8A8F96"/>
                </a:solidFill>
                <a:latin typeface="微軟正黑體"/>
                <a:ea typeface="微軟正黑體"/>
                <a:cs typeface="微軟正黑體"/>
              </a:rPr>
              <a:t>流程 ↩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1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pic>
        <p:nvPicPr>
          <p:cNvPr id="3" name="Picture 2" descr="c10_1_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6709" y="1341086"/>
            <a:ext cx="6233004" cy="1203929"/>
          </a:xfrm>
          <a:prstGeom prst="rect">
            <a:avLst/>
          </a:prstGeom>
        </p:spPr>
      </p:pic>
      <p:pic>
        <p:nvPicPr>
          <p:cNvPr id="4" name="Picture 3" descr="c10_2_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6709" y="1569680"/>
            <a:ext cx="6233004" cy="1889712"/>
          </a:xfrm>
          <a:prstGeom prst="rect">
            <a:avLst/>
          </a:prstGeom>
        </p:spPr>
      </p:pic>
      <p:pic>
        <p:nvPicPr>
          <p:cNvPr id="5" name="Picture 4" descr="c10_3_0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6709" y="3169840"/>
            <a:ext cx="6233004" cy="1203929"/>
          </a:xfrm>
          <a:prstGeom prst="rect">
            <a:avLst/>
          </a:prstGeom>
        </p:spPr>
      </p:pic>
      <p:pic>
        <p:nvPicPr>
          <p:cNvPr id="6" name="Picture 5" descr="c10_4_0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6709" y="4084217"/>
            <a:ext cx="6233004" cy="1203929"/>
          </a:xfrm>
          <a:prstGeom prst="rect">
            <a:avLst/>
          </a:prstGeom>
        </p:spPr>
      </p:pic>
      <p:pic>
        <p:nvPicPr>
          <p:cNvPr id="7" name="Picture 6" descr="c10_5_0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6709" y="4998594"/>
            <a:ext cx="6233004" cy="1203929"/>
          </a:xfrm>
          <a:prstGeom prst="rect">
            <a:avLst/>
          </a:prstGeom>
        </p:spPr>
      </p:pic>
      <p:pic>
        <p:nvPicPr>
          <p:cNvPr id="8" name="Picture 7" descr="c10_6_0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0" y="5836773"/>
            <a:ext cx="12191695" cy="1021054"/>
          </a:xfrm>
          <a:prstGeom prst="rect">
            <a:avLst/>
          </a:prstGeom>
        </p:spPr>
      </p:pic>
      <p:sp>
        <p:nvSpPr>
          <p:cNvPr id="9" name="TextBox 8">
            <a:hlinkClick action="ppaction://hlinksldjump" r:id="rId9"/>
          </p:cNvPr>
          <p:cNvSpPr txBox="1"/>
          <p:nvPr/>
        </p:nvSpPr>
        <p:spPr>
          <a:xfrm>
            <a:off x="11048723" y="76198"/>
            <a:ext cx="1066773" cy="3047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8A8F96"/>
                </a:solidFill>
                <a:latin typeface="微軟正黑體"/>
                <a:ea typeface="微軟正黑體"/>
                <a:cs typeface="微軟正黑體"/>
              </a:rPr>
              <a:t>流程 ↩</a:t>
            </a:r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" presetClass="entr" presetSubtype="8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" dur="5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" dur="5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" presetClass="entr" presetSubtype="8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4" dur="5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" dur="5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" presetClass="entr" presetSubtype="8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0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1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" presetClass="entr" presetSubtype="4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6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1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pic>
        <p:nvPicPr>
          <p:cNvPr id="3" name="Picture 2" descr="c11_1_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6709" y="1341086"/>
            <a:ext cx="11338276" cy="1737316"/>
          </a:xfrm>
          <a:prstGeom prst="rect">
            <a:avLst/>
          </a:prstGeom>
        </p:spPr>
      </p:pic>
      <p:pic>
        <p:nvPicPr>
          <p:cNvPr id="4" name="Picture 3" descr="c11_2_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99074" y="1645878"/>
            <a:ext cx="1737316" cy="1127731"/>
          </a:xfrm>
          <a:prstGeom prst="rect">
            <a:avLst/>
          </a:prstGeom>
        </p:spPr>
      </p:pic>
      <p:pic>
        <p:nvPicPr>
          <p:cNvPr id="5" name="Picture 4" descr="c11_3_0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99074" y="1645878"/>
            <a:ext cx="1737316" cy="1127731"/>
          </a:xfrm>
          <a:prstGeom prst="rect">
            <a:avLst/>
          </a:prstGeom>
        </p:spPr>
      </p:pic>
      <p:pic>
        <p:nvPicPr>
          <p:cNvPr id="6" name="Picture 5" descr="c11_3_1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6709" y="2865048"/>
            <a:ext cx="11338276" cy="1737316"/>
          </a:xfrm>
          <a:prstGeom prst="rect">
            <a:avLst/>
          </a:prstGeom>
        </p:spPr>
      </p:pic>
      <p:pic>
        <p:nvPicPr>
          <p:cNvPr id="7" name="Picture 6" descr="c11_2_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99074" y="1645878"/>
            <a:ext cx="1737316" cy="1127731"/>
          </a:xfrm>
          <a:prstGeom prst="rect">
            <a:avLst/>
          </a:prstGeom>
        </p:spPr>
      </p:pic>
      <p:pic>
        <p:nvPicPr>
          <p:cNvPr id="8" name="Picture 7" descr="c11_4_1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27509" y="3017444"/>
            <a:ext cx="3108882" cy="1356326"/>
          </a:xfrm>
          <a:prstGeom prst="rect">
            <a:avLst/>
          </a:prstGeom>
        </p:spPr>
      </p:pic>
      <p:pic>
        <p:nvPicPr>
          <p:cNvPr id="9" name="Picture 8" descr="c11_5_0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26709" y="4389010"/>
            <a:ext cx="11338276" cy="1737316"/>
          </a:xfrm>
          <a:prstGeom prst="rect">
            <a:avLst/>
          </a:prstGeom>
        </p:spPr>
      </p:pic>
      <p:pic>
        <p:nvPicPr>
          <p:cNvPr id="10" name="Picture 9" descr="c11_6_0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180065" y="4693802"/>
            <a:ext cx="1356326" cy="1127731"/>
          </a:xfrm>
          <a:prstGeom prst="rect">
            <a:avLst/>
          </a:prstGeom>
        </p:spPr>
      </p:pic>
      <p:sp>
        <p:nvSpPr>
          <p:cNvPr id="11" name="TextBox 10">
            <a:hlinkClick action="ppaction://hlinksldjump" r:id="rId10"/>
          </p:cNvPr>
          <p:cNvSpPr txBox="1"/>
          <p:nvPr/>
        </p:nvSpPr>
        <p:spPr>
          <a:xfrm>
            <a:off x="11048723" y="76198"/>
            <a:ext cx="1066773" cy="3047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8A8F96"/>
                </a:solidFill>
                <a:latin typeface="微軟正黑體"/>
                <a:ea typeface="微軟正黑體"/>
                <a:cs typeface="微軟正黑體"/>
              </a:rPr>
              <a:t>流程 ↩</a:t>
            </a:r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42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42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5" dur="42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2" presetClass="entr" presetSubtype="8" fill="hold" decel="100000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53" presetClass="entr" presetSubtype="16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2" dur="42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3" dur="42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4" dur="42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" presetClass="entr" presetSubtype="8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5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5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5" dur="42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6" dur="42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7" dur="42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1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pic>
        <p:nvPicPr>
          <p:cNvPr id="3" name="Picture 2" descr="c12_1_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6709" y="1417284"/>
            <a:ext cx="11338276" cy="1356326"/>
          </a:xfrm>
          <a:prstGeom prst="rect">
            <a:avLst/>
          </a:prstGeom>
        </p:spPr>
      </p:pic>
      <p:pic>
        <p:nvPicPr>
          <p:cNvPr id="4" name="Picture 3" descr="c12_2_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55623" y="1645878"/>
            <a:ext cx="1813514" cy="822939"/>
          </a:xfrm>
          <a:prstGeom prst="rect">
            <a:avLst/>
          </a:prstGeom>
        </p:spPr>
      </p:pic>
      <p:pic>
        <p:nvPicPr>
          <p:cNvPr id="5" name="Picture 4" descr="c12_3_0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6709" y="2712652"/>
            <a:ext cx="11338276" cy="1356326"/>
          </a:xfrm>
          <a:prstGeom prst="rect">
            <a:avLst/>
          </a:prstGeom>
        </p:spPr>
      </p:pic>
      <p:pic>
        <p:nvPicPr>
          <p:cNvPr id="6" name="Picture 5" descr="c12_4_0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941246" y="2941246"/>
            <a:ext cx="1508722" cy="822939"/>
          </a:xfrm>
          <a:prstGeom prst="rect">
            <a:avLst/>
          </a:prstGeom>
        </p:spPr>
      </p:pic>
      <p:pic>
        <p:nvPicPr>
          <p:cNvPr id="7" name="Picture 6" descr="c12_5_0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6709" y="4008019"/>
            <a:ext cx="11338276" cy="1356326"/>
          </a:xfrm>
          <a:prstGeom prst="rect">
            <a:avLst/>
          </a:prstGeom>
        </p:spPr>
      </p:pic>
      <p:pic>
        <p:nvPicPr>
          <p:cNvPr id="8" name="Picture 7" descr="c12_6_0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941246" y="4236614"/>
            <a:ext cx="1508722" cy="822939"/>
          </a:xfrm>
          <a:prstGeom prst="rect">
            <a:avLst/>
          </a:prstGeom>
        </p:spPr>
      </p:pic>
      <p:pic>
        <p:nvPicPr>
          <p:cNvPr id="9" name="Picture 8" descr="c12_7_0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65528" y="45718"/>
            <a:ext cx="4099457" cy="1661118"/>
          </a:xfrm>
          <a:prstGeom prst="rect">
            <a:avLst/>
          </a:prstGeom>
        </p:spPr>
      </p:pic>
      <p:sp>
        <p:nvSpPr>
          <p:cNvPr id="10" name="TextBox 9">
            <a:hlinkClick action="ppaction://hlinksldjump" r:id="rId10"/>
          </p:cNvPr>
          <p:cNvSpPr txBox="1"/>
          <p:nvPr/>
        </p:nvSpPr>
        <p:spPr>
          <a:xfrm>
            <a:off x="11048723" y="76198"/>
            <a:ext cx="1066773" cy="3047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8A8F96"/>
                </a:solidFill>
                <a:latin typeface="微軟正黑體"/>
                <a:ea typeface="微軟正黑體"/>
                <a:cs typeface="微軟正黑體"/>
              </a:rPr>
              <a:t>流程 ↩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" presetClass="entr" presetSubtype="8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" dur="5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" dur="5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" presetClass="entr" presetSubtype="8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0" dur="42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1" dur="42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2" dur="42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1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pic>
        <p:nvPicPr>
          <p:cNvPr id="3" name="Picture 2" descr="c13_1_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6709" y="2636454"/>
            <a:ext cx="6842588" cy="1203929"/>
          </a:xfrm>
          <a:prstGeom prst="rect">
            <a:avLst/>
          </a:prstGeom>
        </p:spPr>
      </p:pic>
      <p:pic>
        <p:nvPicPr>
          <p:cNvPr id="4" name="Picture 3" descr="c13_1_1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18084" y="3550831"/>
            <a:ext cx="1965910" cy="2499297"/>
          </a:xfrm>
          <a:prstGeom prst="rect">
            <a:avLst/>
          </a:prstGeom>
        </p:spPr>
      </p:pic>
      <p:sp>
        <p:nvSpPr>
          <p:cNvPr id="5" name="TextBox 4">
            <a:hlinkClick action="ppaction://hlinksldjump" r:id="rId5"/>
          </p:cNvPr>
          <p:cNvSpPr txBox="1"/>
          <p:nvPr/>
        </p:nvSpPr>
        <p:spPr>
          <a:xfrm>
            <a:off x="11048723" y="76198"/>
            <a:ext cx="1066773" cy="3047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8A8F96"/>
                </a:solidFill>
                <a:latin typeface="微軟正黑體"/>
                <a:ea typeface="微軟正黑體"/>
                <a:cs typeface="微軟正黑體"/>
              </a:rPr>
              <a:t>流程 ↩</a:t>
            </a:r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