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classtools1020.github.io/games/checkin.html" TargetMode="Externa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hyperlink" Target="https://classtools1020.github.io/temp/forehead.html" TargetMode="External"/><Relationship Id="rId9" Type="http://schemas.openxmlformats.org/officeDocument/2006/relationships/slide" Target="slide11.xml"/><Relationship Id="rId10" Type="http://schemas.openxmlformats.org/officeDocument/2006/relationships/hyperlink" Target="https://classtools1020.github.io/temp/files/T2-print.pdf" TargetMode="External"/><Relationship Id="rId11" Type="http://schemas.openxmlformats.org/officeDocument/2006/relationships/hyperlink" Target="https://classtools1020.github.io/games/checkin.html#en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jpg"/><Relationship Id="rId8" Type="http://schemas.openxmlformats.org/officeDocument/2006/relationships/image" Target="../media/image24.jpg"/><Relationship Id="rId9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image" Target="../media/image35.jpg"/><Relationship Id="rId8" Type="http://schemas.openxmlformats.org/officeDocument/2006/relationships/image" Target="../media/image36.jpg"/><Relationship Id="rId9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Relationship Id="rId8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hyperlink" Target="https://classtools1020.github.io/temp/forehead.html" TargetMode="External"/><Relationship Id="rId5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Relationship Id="rId4" Type="http://schemas.openxmlformats.org/officeDocument/2006/relationships/image" Target="../media/image47.jpg"/><Relationship Id="rId5" Type="http://schemas.openxmlformats.org/officeDocument/2006/relationships/image" Target="../media/image48.jpg"/><Relationship Id="rId6" Type="http://schemas.openxmlformats.org/officeDocument/2006/relationships/image" Target="../media/image49.jpg"/><Relationship Id="rId7" Type="http://schemas.openxmlformats.org/officeDocument/2006/relationships/image" Target="../media/image50.jpg"/><Relationship Id="rId8" Type="http://schemas.openxmlformats.org/officeDocument/2006/relationships/image" Target="../media/image51.jpg"/><Relationship Id="rId9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Relationship Id="rId8" Type="http://schemas.openxmlformats.org/officeDocument/2006/relationships/image" Target="../media/image58.jpg"/><Relationship Id="rId9" Type="http://schemas.openxmlformats.org/officeDocument/2006/relationships/image" Target="../media/image59.jpg"/><Relationship Id="rId10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image" Target="../media/image61.jpg"/><Relationship Id="rId4" Type="http://schemas.openxmlformats.org/officeDocument/2006/relationships/image" Target="../media/image62.jpg"/><Relationship Id="rId5" Type="http://schemas.openxmlformats.org/officeDocument/2006/relationships/image" Target="../media/image63.jpg"/><Relationship Id="rId6" Type="http://schemas.openxmlformats.org/officeDocument/2006/relationships/image" Target="../media/image64.jpg"/><Relationship Id="rId7" Type="http://schemas.openxmlformats.org/officeDocument/2006/relationships/image" Target="../media/image65.jpg"/><Relationship Id="rId8" Type="http://schemas.openxmlformats.org/officeDocument/2006/relationships/image" Target="../media/image66.jpg"/><Relationship Id="rId9" Type="http://schemas.openxmlformats.org/officeDocument/2006/relationships/image" Target="../media/image67.jpg"/><Relationship Id="rId10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image" Target="../media/image69.jpg"/><Relationship Id="rId4" Type="http://schemas.openxmlformats.org/officeDocument/2006/relationships/image" Target="../media/image70.jpg"/><Relationship Id="rId5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0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76" y="3931821"/>
            <a:ext cx="1889712" cy="227070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55303" y="1409664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4"/>
          </p:cNvPr>
          <p:cNvSpPr/>
          <p:nvPr/>
        </p:nvSpPr>
        <p:spPr>
          <a:xfrm>
            <a:off x="655303" y="2019249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5"/>
          </p:cNvPr>
          <p:cNvSpPr/>
          <p:nvPr/>
        </p:nvSpPr>
        <p:spPr>
          <a:xfrm>
            <a:off x="655303" y="2628834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6"/>
          </p:cNvPr>
          <p:cNvSpPr/>
          <p:nvPr/>
        </p:nvSpPr>
        <p:spPr>
          <a:xfrm>
            <a:off x="655303" y="3238418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7"/>
          </p:cNvPr>
          <p:cNvSpPr/>
          <p:nvPr/>
        </p:nvSpPr>
        <p:spPr>
          <a:xfrm>
            <a:off x="655303" y="3848003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r:id="rId8"/>
          </p:cNvPr>
          <p:cNvSpPr/>
          <p:nvPr/>
        </p:nvSpPr>
        <p:spPr>
          <a:xfrm>
            <a:off x="655303" y="4457588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action="ppaction://hlinksldjump" r:id="rId9"/>
          </p:cNvPr>
          <p:cNvSpPr/>
          <p:nvPr/>
        </p:nvSpPr>
        <p:spPr>
          <a:xfrm>
            <a:off x="655303" y="5067173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r:id="rId10"/>
          </p:cNvPr>
          <p:cNvSpPr/>
          <p:nvPr/>
        </p:nvSpPr>
        <p:spPr>
          <a:xfrm>
            <a:off x="655303" y="5676757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>
            <a:hlinkClick r:id="rId11"/>
          </p:cNvPr>
          <p:cNvSpPr/>
          <p:nvPr/>
        </p:nvSpPr>
        <p:spPr>
          <a:xfrm>
            <a:off x="655303" y="6286342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2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2103067"/>
            <a:ext cx="5699617" cy="2804089"/>
          </a:xfrm>
          <a:prstGeom prst="rect">
            <a:avLst/>
          </a:prstGeom>
        </p:spPr>
      </p:pic>
      <p:pic>
        <p:nvPicPr>
          <p:cNvPr id="4" name="Picture 3" descr="c2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11" y="1722076"/>
            <a:ext cx="11566870" cy="4099457"/>
          </a:xfrm>
          <a:prstGeom prst="rect">
            <a:avLst/>
          </a:prstGeom>
        </p:spPr>
      </p:pic>
      <p:pic>
        <p:nvPicPr>
          <p:cNvPr id="5" name="Picture 4" descr="c2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6" name="TextBox 5">
            <a:hlinkClick action="ppaction://hlinksldjump" r:id="rId6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3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417284"/>
            <a:ext cx="2423099" cy="822939"/>
          </a:xfrm>
          <a:prstGeom prst="rect">
            <a:avLst/>
          </a:prstGeom>
        </p:spPr>
      </p:pic>
      <p:pic>
        <p:nvPicPr>
          <p:cNvPr id="4" name="Picture 3" descr="c3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2026869"/>
            <a:ext cx="2423099" cy="746741"/>
          </a:xfrm>
          <a:prstGeom prst="rect">
            <a:avLst/>
          </a:prstGeom>
        </p:spPr>
      </p:pic>
      <p:pic>
        <p:nvPicPr>
          <p:cNvPr id="5" name="Picture 4" descr="c3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3" y="2636454"/>
            <a:ext cx="3870863" cy="822939"/>
          </a:xfrm>
          <a:prstGeom prst="rect">
            <a:avLst/>
          </a:prstGeom>
        </p:spPr>
      </p:pic>
      <p:pic>
        <p:nvPicPr>
          <p:cNvPr id="6" name="Picture 5" descr="c3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4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417284"/>
            <a:ext cx="2575495" cy="822939"/>
          </a:xfrm>
          <a:prstGeom prst="rect">
            <a:avLst/>
          </a:prstGeom>
        </p:spPr>
      </p:pic>
      <p:pic>
        <p:nvPicPr>
          <p:cNvPr id="4" name="Picture 3" descr="c4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2026869"/>
            <a:ext cx="3642268" cy="822939"/>
          </a:xfrm>
          <a:prstGeom prst="rect">
            <a:avLst/>
          </a:prstGeom>
        </p:spPr>
      </p:pic>
      <p:pic>
        <p:nvPicPr>
          <p:cNvPr id="5" name="Picture 4" descr="c4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636454"/>
            <a:ext cx="3337476" cy="822939"/>
          </a:xfrm>
          <a:prstGeom prst="rect">
            <a:avLst/>
          </a:prstGeom>
        </p:spPr>
      </p:pic>
      <p:pic>
        <p:nvPicPr>
          <p:cNvPr id="6" name="Picture 5" descr="c4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5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188690"/>
            <a:ext cx="6385400" cy="1203929"/>
          </a:xfrm>
          <a:prstGeom prst="rect">
            <a:avLst/>
          </a:prstGeom>
        </p:spPr>
      </p:pic>
      <p:pic>
        <p:nvPicPr>
          <p:cNvPr id="4" name="Picture 3" descr="c5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1417284"/>
            <a:ext cx="6385400" cy="1813514"/>
          </a:xfrm>
          <a:prstGeom prst="rect">
            <a:avLst/>
          </a:prstGeom>
        </p:spPr>
      </p:pic>
      <p:pic>
        <p:nvPicPr>
          <p:cNvPr id="5" name="Picture 4" descr="c5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941246"/>
            <a:ext cx="6385400" cy="1203929"/>
          </a:xfrm>
          <a:prstGeom prst="rect">
            <a:avLst/>
          </a:prstGeom>
        </p:spPr>
      </p:pic>
      <p:pic>
        <p:nvPicPr>
          <p:cNvPr id="6" name="Picture 5" descr="c5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09" y="3779425"/>
            <a:ext cx="6385400" cy="1203929"/>
          </a:xfrm>
          <a:prstGeom prst="rect">
            <a:avLst/>
          </a:prstGeom>
        </p:spPr>
      </p:pic>
      <p:pic>
        <p:nvPicPr>
          <p:cNvPr id="7" name="Picture 6" descr="c5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693802"/>
            <a:ext cx="6385400" cy="1203929"/>
          </a:xfrm>
          <a:prstGeom prst="rect">
            <a:avLst/>
          </a:prstGeom>
        </p:spPr>
      </p:pic>
      <p:pic>
        <p:nvPicPr>
          <p:cNvPr id="8" name="Picture 7" descr="c5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09" y="5608179"/>
            <a:ext cx="6385400" cy="1203929"/>
          </a:xfrm>
          <a:prstGeom prst="rect">
            <a:avLst/>
          </a:prstGeom>
        </p:spPr>
      </p:pic>
      <p:sp>
        <p:nvSpPr>
          <p:cNvPr id="9" name="TextBox 8">
            <a:hlinkClick action="ppaction://hlinksldjump" r:id="rId9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6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2103067"/>
            <a:ext cx="7680767" cy="2804089"/>
          </a:xfrm>
          <a:prstGeom prst="rect">
            <a:avLst/>
          </a:prstGeom>
        </p:spPr>
      </p:pic>
      <p:pic>
        <p:nvPicPr>
          <p:cNvPr id="4" name="Picture 3" descr="c6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16" y="1798275"/>
            <a:ext cx="4068978" cy="2118307"/>
          </a:xfrm>
          <a:prstGeom prst="rect">
            <a:avLst/>
          </a:prstGeom>
        </p:spPr>
      </p:pic>
      <p:pic>
        <p:nvPicPr>
          <p:cNvPr id="5" name="Picture 4" descr="c6_2_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11" y="2026869"/>
            <a:ext cx="7756965" cy="2270703"/>
          </a:xfrm>
          <a:prstGeom prst="rect">
            <a:avLst/>
          </a:prstGeom>
        </p:spPr>
      </p:pic>
      <p:pic>
        <p:nvPicPr>
          <p:cNvPr id="6" name="Picture 5" descr="c6_3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7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151" y="1645878"/>
            <a:ext cx="1661118" cy="1508722"/>
          </a:xfrm>
          <a:prstGeom prst="rect">
            <a:avLst/>
          </a:prstGeom>
        </p:spPr>
      </p:pic>
      <p:pic>
        <p:nvPicPr>
          <p:cNvPr id="4" name="Picture 3" descr="c7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103" y="1950671"/>
            <a:ext cx="899137" cy="1203929"/>
          </a:xfrm>
          <a:prstGeom prst="rect">
            <a:avLst/>
          </a:prstGeom>
        </p:spPr>
      </p:pic>
      <p:pic>
        <p:nvPicPr>
          <p:cNvPr id="5" name="Picture 4" descr="c7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0065" y="1645878"/>
            <a:ext cx="899137" cy="1508722"/>
          </a:xfrm>
          <a:prstGeom prst="rect">
            <a:avLst/>
          </a:prstGeom>
        </p:spPr>
      </p:pic>
      <p:pic>
        <p:nvPicPr>
          <p:cNvPr id="6" name="Picture 5" descr="c7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358" y="3093642"/>
            <a:ext cx="5090032" cy="3108882"/>
          </a:xfrm>
          <a:prstGeom prst="rect">
            <a:avLst/>
          </a:prstGeom>
        </p:spPr>
      </p:pic>
      <p:pic>
        <p:nvPicPr>
          <p:cNvPr id="7" name="Picture 6" descr="c7_4_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389010"/>
            <a:ext cx="5090032" cy="746741"/>
          </a:xfrm>
          <a:prstGeom prst="rect">
            <a:avLst/>
          </a:prstGeom>
        </p:spPr>
      </p:pic>
      <p:pic>
        <p:nvPicPr>
          <p:cNvPr id="8" name="Picture 7" descr="c7_5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9" name="TextBox 8">
            <a:hlinkClick action="ppaction://hlinksldjump" r:id="rId9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8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038" y="1569680"/>
            <a:ext cx="1737316" cy="1584920"/>
          </a:xfrm>
          <a:prstGeom prst="rect">
            <a:avLst/>
          </a:prstGeom>
        </p:spPr>
      </p:pic>
      <p:pic>
        <p:nvPicPr>
          <p:cNvPr id="4" name="Picture 3" descr="c8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594" y="1569680"/>
            <a:ext cx="1737316" cy="1584920"/>
          </a:xfrm>
          <a:prstGeom prst="rect">
            <a:avLst/>
          </a:prstGeom>
        </p:spPr>
      </p:pic>
      <p:pic>
        <p:nvPicPr>
          <p:cNvPr id="5" name="Picture 4" descr="c8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8339" y="1569680"/>
            <a:ext cx="1737316" cy="1584920"/>
          </a:xfrm>
          <a:prstGeom prst="rect">
            <a:avLst/>
          </a:prstGeom>
        </p:spPr>
      </p:pic>
      <p:pic>
        <p:nvPicPr>
          <p:cNvPr id="6" name="Picture 5" descr="c8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897" y="4465208"/>
            <a:ext cx="5013834" cy="899137"/>
          </a:xfrm>
          <a:prstGeom prst="rect">
            <a:avLst/>
          </a:prstGeom>
        </p:spPr>
      </p:pic>
      <p:pic>
        <p:nvPicPr>
          <p:cNvPr id="7" name="Picture 6" descr="c8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8" name="TextBox 7">
            <a:hlinkClick action="ppaction://hlinksldjump" r:id="rId8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9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65" y="4160415"/>
            <a:ext cx="1584920" cy="2042108"/>
          </a:xfrm>
          <a:prstGeom prst="rect">
            <a:avLst/>
          </a:prstGeom>
        </p:spPr>
      </p:pic>
      <p:sp>
        <p:nvSpPr>
          <p:cNvPr id="4" name="Rectangle 3">
            <a:hlinkClick r:id="rId4"/>
          </p:cNvPr>
          <p:cNvSpPr/>
          <p:nvPr/>
        </p:nvSpPr>
        <p:spPr>
          <a:xfrm>
            <a:off x="655303" y="4724281"/>
            <a:ext cx="2523109" cy="7543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0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6233004" cy="1203929"/>
          </a:xfrm>
          <a:prstGeom prst="rect">
            <a:avLst/>
          </a:prstGeom>
        </p:spPr>
      </p:pic>
      <p:pic>
        <p:nvPicPr>
          <p:cNvPr id="4" name="Picture 3" descr="c10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1569680"/>
            <a:ext cx="6233004" cy="1889712"/>
          </a:xfrm>
          <a:prstGeom prst="rect">
            <a:avLst/>
          </a:prstGeom>
        </p:spPr>
      </p:pic>
      <p:pic>
        <p:nvPicPr>
          <p:cNvPr id="5" name="Picture 4" descr="c10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3169840"/>
            <a:ext cx="6233004" cy="1203929"/>
          </a:xfrm>
          <a:prstGeom prst="rect">
            <a:avLst/>
          </a:prstGeom>
        </p:spPr>
      </p:pic>
      <p:pic>
        <p:nvPicPr>
          <p:cNvPr id="6" name="Picture 5" descr="c10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09" y="4084217"/>
            <a:ext cx="6233004" cy="1203929"/>
          </a:xfrm>
          <a:prstGeom prst="rect">
            <a:avLst/>
          </a:prstGeom>
        </p:spPr>
      </p:pic>
      <p:pic>
        <p:nvPicPr>
          <p:cNvPr id="7" name="Picture 6" descr="c10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998594"/>
            <a:ext cx="6233004" cy="1203929"/>
          </a:xfrm>
          <a:prstGeom prst="rect">
            <a:avLst/>
          </a:prstGeom>
        </p:spPr>
      </p:pic>
      <p:pic>
        <p:nvPicPr>
          <p:cNvPr id="8" name="Picture 7" descr="c10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9" name="TextBox 8">
            <a:hlinkClick action="ppaction://hlinksldjump" r:id="rId9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1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11338276" cy="1737316"/>
          </a:xfrm>
          <a:prstGeom prst="rect">
            <a:avLst/>
          </a:prstGeom>
        </p:spPr>
      </p:pic>
      <p:pic>
        <p:nvPicPr>
          <p:cNvPr id="4" name="Picture 3" descr="c11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9074" y="1645878"/>
            <a:ext cx="1737316" cy="1127731"/>
          </a:xfrm>
          <a:prstGeom prst="rect">
            <a:avLst/>
          </a:prstGeom>
        </p:spPr>
      </p:pic>
      <p:pic>
        <p:nvPicPr>
          <p:cNvPr id="5" name="Picture 4" descr="c11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9074" y="1645878"/>
            <a:ext cx="1737316" cy="1127731"/>
          </a:xfrm>
          <a:prstGeom prst="rect">
            <a:avLst/>
          </a:prstGeom>
        </p:spPr>
      </p:pic>
      <p:pic>
        <p:nvPicPr>
          <p:cNvPr id="6" name="Picture 5" descr="c11_3_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09" y="2865048"/>
            <a:ext cx="11338276" cy="1737316"/>
          </a:xfrm>
          <a:prstGeom prst="rect">
            <a:avLst/>
          </a:prstGeom>
        </p:spPr>
      </p:pic>
      <p:pic>
        <p:nvPicPr>
          <p:cNvPr id="7" name="Picture 6" descr="c11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9074" y="1645878"/>
            <a:ext cx="1737316" cy="1127731"/>
          </a:xfrm>
          <a:prstGeom prst="rect">
            <a:avLst/>
          </a:prstGeom>
        </p:spPr>
      </p:pic>
      <p:pic>
        <p:nvPicPr>
          <p:cNvPr id="8" name="Picture 7" descr="c11_4_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7509" y="3017444"/>
            <a:ext cx="3108882" cy="1356326"/>
          </a:xfrm>
          <a:prstGeom prst="rect">
            <a:avLst/>
          </a:prstGeom>
        </p:spPr>
      </p:pic>
      <p:pic>
        <p:nvPicPr>
          <p:cNvPr id="9" name="Picture 8" descr="c11_5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09" y="4389010"/>
            <a:ext cx="11338276" cy="1737316"/>
          </a:xfrm>
          <a:prstGeom prst="rect">
            <a:avLst/>
          </a:prstGeom>
        </p:spPr>
      </p:pic>
      <p:pic>
        <p:nvPicPr>
          <p:cNvPr id="10" name="Picture 9" descr="c11_6_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9074" y="4693802"/>
            <a:ext cx="1737316" cy="1127731"/>
          </a:xfrm>
          <a:prstGeom prst="rect">
            <a:avLst/>
          </a:prstGeom>
        </p:spPr>
      </p:pic>
      <p:sp>
        <p:nvSpPr>
          <p:cNvPr id="11" name="TextBox 10">
            <a:hlinkClick action="ppaction://hlinksldjump" r:id="rId10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decel="100000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2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417284"/>
            <a:ext cx="11338276" cy="1356326"/>
          </a:xfrm>
          <a:prstGeom prst="rect">
            <a:avLst/>
          </a:prstGeom>
        </p:spPr>
      </p:pic>
      <p:pic>
        <p:nvPicPr>
          <p:cNvPr id="4" name="Picture 3" descr="c12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623" y="1645878"/>
            <a:ext cx="1813514" cy="822939"/>
          </a:xfrm>
          <a:prstGeom prst="rect">
            <a:avLst/>
          </a:prstGeom>
        </p:spPr>
      </p:pic>
      <p:pic>
        <p:nvPicPr>
          <p:cNvPr id="5" name="Picture 4" descr="c12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712652"/>
            <a:ext cx="11338276" cy="1356326"/>
          </a:xfrm>
          <a:prstGeom prst="rect">
            <a:avLst/>
          </a:prstGeom>
        </p:spPr>
      </p:pic>
      <p:pic>
        <p:nvPicPr>
          <p:cNvPr id="6" name="Picture 5" descr="c12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1246" y="2941246"/>
            <a:ext cx="1508722" cy="822939"/>
          </a:xfrm>
          <a:prstGeom prst="rect">
            <a:avLst/>
          </a:prstGeom>
        </p:spPr>
      </p:pic>
      <p:pic>
        <p:nvPicPr>
          <p:cNvPr id="7" name="Picture 6" descr="c12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008019"/>
            <a:ext cx="11338276" cy="1356326"/>
          </a:xfrm>
          <a:prstGeom prst="rect">
            <a:avLst/>
          </a:prstGeom>
        </p:spPr>
      </p:pic>
      <p:pic>
        <p:nvPicPr>
          <p:cNvPr id="8" name="Picture 7" descr="c12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1246" y="4236614"/>
            <a:ext cx="1508722" cy="822939"/>
          </a:xfrm>
          <a:prstGeom prst="rect">
            <a:avLst/>
          </a:prstGeom>
        </p:spPr>
      </p:pic>
      <p:pic>
        <p:nvPicPr>
          <p:cNvPr id="9" name="Picture 8" descr="c12_7_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5528" y="45718"/>
            <a:ext cx="4099457" cy="1661118"/>
          </a:xfrm>
          <a:prstGeom prst="rect">
            <a:avLst/>
          </a:prstGeom>
        </p:spPr>
      </p:pic>
      <p:sp>
        <p:nvSpPr>
          <p:cNvPr id="10" name="TextBox 9">
            <a:hlinkClick action="ppaction://hlinksldjump" r:id="rId10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3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2636454"/>
            <a:ext cx="6842588" cy="1203929"/>
          </a:xfrm>
          <a:prstGeom prst="rect">
            <a:avLst/>
          </a:prstGeom>
        </p:spPr>
      </p:pic>
      <p:pic>
        <p:nvPicPr>
          <p:cNvPr id="4" name="Picture 3" descr="c13_1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084" y="3550831"/>
            <a:ext cx="1965910" cy="2499297"/>
          </a:xfrm>
          <a:prstGeom prst="rect">
            <a:avLst/>
          </a:prstGeom>
        </p:spPr>
      </p:pic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