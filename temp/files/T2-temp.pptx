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?team=&#28331;&#24230;&#29305;&#21220;&#38538;&amp;back=t2.html%233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hyperlink" Target="https://classtools1020.github.io/temp/forehead.html" TargetMode="External"/><Relationship Id="rId10" Type="http://schemas.openxmlformats.org/officeDocument/2006/relationships/slide" Target="slide12.xml"/><Relationship Id="rId11" Type="http://schemas.openxmlformats.org/officeDocument/2006/relationships/hyperlink" Target="https://classtools1020.github.io/temp/files/T2-print.pdf" TargetMode="External"/><Relationship Id="rId12" Type="http://schemas.openxmlformats.org/officeDocument/2006/relationships/hyperlink" Target="https://classtools1020.github.io/games/checkin.html?team=&#28331;&#24230;&#29305;&#21220;&#38538;&amp;back=t2.html%233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image" Target="../media/image23.jpg"/><Relationship Id="rId8" Type="http://schemas.openxmlformats.org/officeDocument/2006/relationships/image" Target="../media/image24.jpg"/><Relationship Id="rId9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hyperlink" Target="https://classtools1020.github.io/temp/mv.html?back=t2.html%237" TargetMode="External"/><Relationship Id="rId5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image" Target="../media/image36.jpg"/><Relationship Id="rId7" Type="http://schemas.openxmlformats.org/officeDocument/2006/relationships/image" Target="../media/image37.jpg"/><Relationship Id="rId8" Type="http://schemas.openxmlformats.org/officeDocument/2006/relationships/image" Target="../media/image38.jpg"/><Relationship Id="rId9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Relationship Id="rId4" Type="http://schemas.openxmlformats.org/officeDocument/2006/relationships/hyperlink" Target="https://classtools1020.github.io/temp/forehead.html" TargetMode="External"/><Relationship Id="rId5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jpg"/><Relationship Id="rId4" Type="http://schemas.openxmlformats.org/officeDocument/2006/relationships/image" Target="../media/image49.jpg"/><Relationship Id="rId5" Type="http://schemas.openxmlformats.org/officeDocument/2006/relationships/image" Target="../media/image50.jpg"/><Relationship Id="rId6" Type="http://schemas.openxmlformats.org/officeDocument/2006/relationships/image" Target="../media/image51.jpg"/><Relationship Id="rId7" Type="http://schemas.openxmlformats.org/officeDocument/2006/relationships/image" Target="../media/image52.jpg"/><Relationship Id="rId8" Type="http://schemas.openxmlformats.org/officeDocument/2006/relationships/image" Target="../media/image53.jpg"/><Relationship Id="rId9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55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Relationship Id="rId4" Type="http://schemas.openxmlformats.org/officeDocument/2006/relationships/image" Target="../media/image72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280127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1760175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240223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2720271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200319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8"/>
          </p:cNvPr>
          <p:cNvSpPr/>
          <p:nvPr/>
        </p:nvSpPr>
        <p:spPr>
          <a:xfrm>
            <a:off x="655303" y="3680367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4160415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10"/>
          </p:cNvPr>
          <p:cNvSpPr/>
          <p:nvPr/>
        </p:nvSpPr>
        <p:spPr>
          <a:xfrm>
            <a:off x="655303" y="4640463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5120511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655303" y="5600559"/>
            <a:ext cx="10881087" cy="4267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423099" cy="82293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2423099" cy="746741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3" y="2636454"/>
            <a:ext cx="3870863" cy="822939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575495" cy="82293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3642268" cy="82293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636454"/>
            <a:ext cx="3337476" cy="82293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188690"/>
            <a:ext cx="6385400" cy="120392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417284"/>
            <a:ext cx="6385400" cy="1813514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941246"/>
            <a:ext cx="6385400" cy="1203929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3779425"/>
            <a:ext cx="6385400" cy="1203929"/>
          </a:xfrm>
          <a:prstGeom prst="rect">
            <a:avLst/>
          </a:prstGeom>
        </p:spPr>
      </p:pic>
      <p:pic>
        <p:nvPicPr>
          <p:cNvPr id="7" name="Picture 6" descr="c5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693802"/>
            <a:ext cx="6385400" cy="1203929"/>
          </a:xfrm>
          <a:prstGeom prst="rect">
            <a:avLst/>
          </a:prstGeom>
        </p:spPr>
      </p:pic>
      <p:pic>
        <p:nvPicPr>
          <p:cNvPr id="8" name="Picture 7" descr="c5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5608179"/>
            <a:ext cx="6385400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150572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7680767" cy="2804089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716" y="1798275"/>
            <a:ext cx="4068978" cy="2118307"/>
          </a:xfrm>
          <a:prstGeom prst="rect">
            <a:avLst/>
          </a:prstGeom>
        </p:spPr>
      </p:pic>
      <p:pic>
        <p:nvPicPr>
          <p:cNvPr id="5" name="Picture 4" descr="c7_2_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11" y="2026869"/>
            <a:ext cx="7756965" cy="2270703"/>
          </a:xfrm>
          <a:prstGeom prst="rect">
            <a:avLst/>
          </a:prstGeom>
        </p:spPr>
      </p:pic>
      <p:pic>
        <p:nvPicPr>
          <p:cNvPr id="6" name="Picture 5" descr="c7_3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1151" y="1645878"/>
            <a:ext cx="1661118" cy="1508722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103" y="1950671"/>
            <a:ext cx="899137" cy="1203929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0065" y="1645878"/>
            <a:ext cx="899137" cy="1508722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358" y="3093642"/>
            <a:ext cx="5090032" cy="3108882"/>
          </a:xfrm>
          <a:prstGeom prst="rect">
            <a:avLst/>
          </a:prstGeom>
        </p:spPr>
      </p:pic>
      <p:pic>
        <p:nvPicPr>
          <p:cNvPr id="7" name="Picture 6" descr="c8_4_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5090032" cy="746741"/>
          </a:xfrm>
          <a:prstGeom prst="rect">
            <a:avLst/>
          </a:prstGeom>
        </p:spPr>
      </p:pic>
      <p:pic>
        <p:nvPicPr>
          <p:cNvPr id="8" name="Picture 7" descr="c8_5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038" y="1569680"/>
            <a:ext cx="1737316" cy="1584920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594" y="1569680"/>
            <a:ext cx="1737316" cy="1584920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5943" y="1569680"/>
            <a:ext cx="2042108" cy="1584920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897" y="4465208"/>
            <a:ext cx="5013834" cy="899137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5" name="Picture 4" descr="c1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6" name="Picture 5" descr="c12_3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7" name="Picture 6" descr="c1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8" name="Picture 7" descr="c12_4_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7509" y="3017444"/>
            <a:ext cx="3108882" cy="1356326"/>
          </a:xfrm>
          <a:prstGeom prst="rect">
            <a:avLst/>
          </a:prstGeom>
        </p:spPr>
      </p:pic>
      <p:pic>
        <p:nvPicPr>
          <p:cNvPr id="9" name="Picture 8" descr="c12_5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10" name="Picture 9" descr="c12_6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11" name="TextBox 10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decel="100000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813514" cy="822939"/>
          </a:xfrm>
          <a:prstGeom prst="rect">
            <a:avLst/>
          </a:prstGeom>
        </p:spPr>
      </p:pic>
      <p:pic>
        <p:nvPicPr>
          <p:cNvPr id="5" name="Picture 4" descr="c1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1246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3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3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1246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3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03929"/>
          </a:xfrm>
          <a:prstGeom prst="rect">
            <a:avLst/>
          </a:prstGeom>
        </p:spPr>
      </p:pic>
      <p:pic>
        <p:nvPicPr>
          <p:cNvPr id="4" name="Picture 3" descr="c14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