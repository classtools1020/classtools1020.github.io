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?team=&#28331;&#24230;&#29305;&#21220;&#38538;&amp;back=t5.html%233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7.xml"/><Relationship Id="rId8" Type="http://schemas.openxmlformats.org/officeDocument/2006/relationships/hyperlink" Target="https://classtools1020.github.io/temp/files/T5-print.pdf" TargetMode="External"/><Relationship Id="rId9" Type="http://schemas.openxmlformats.org/officeDocument/2006/relationships/hyperlink" Target="https://classtools1020.github.io/games/checkin.html?team=&#28331;&#24230;&#29305;&#21220;&#38538;&amp;back=t5.html%233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image" Target="../media/image18.jpg"/><Relationship Id="rId8" Type="http://schemas.openxmlformats.org/officeDocument/2006/relationships/image" Target="../media/image19.jpg"/><Relationship Id="rId9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Relationship Id="rId7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Relationship Id="rId7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Relationship Id="rId6" Type="http://schemas.openxmlformats.org/officeDocument/2006/relationships/image" Target="../media/image44.jpg"/><Relationship Id="rId7" Type="http://schemas.openxmlformats.org/officeDocument/2006/relationships/image" Target="../media/image45.jpg"/><Relationship Id="rId8" Type="http://schemas.openxmlformats.org/officeDocument/2006/relationships/image" Target="../media/image46.jpg"/><Relationship Id="rId9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48.jpg"/><Relationship Id="rId4" Type="http://schemas.openxmlformats.org/officeDocument/2006/relationships/image" Target="../media/image49.jpg"/><Relationship Id="rId5" Type="http://schemas.openxmlformats.org/officeDocument/2006/relationships/image" Target="../media/image50.jpg"/><Relationship Id="rId6" Type="http://schemas.openxmlformats.org/officeDocument/2006/relationships/image" Target="../media/image51.jpg"/><Relationship Id="rId7" Type="http://schemas.openxmlformats.org/officeDocument/2006/relationships/image" Target="../media/image52.jpg"/><Relationship Id="rId8" Type="http://schemas.openxmlformats.org/officeDocument/2006/relationships/image" Target="../media/image53.jpg"/><Relationship Id="rId9" Type="http://schemas.openxmlformats.org/officeDocument/2006/relationships/image" Target="../media/image54.jpg"/><Relationship Id="rId10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image" Target="../media/image56.jpg"/><Relationship Id="rId4" Type="http://schemas.openxmlformats.org/officeDocument/2006/relationships/image" Target="../media/image57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42309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98275"/>
            <a:ext cx="11566870" cy="4099457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632844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556646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480447"/>
          </a:xfrm>
          <a:prstGeom prst="rect">
            <a:avLst/>
          </a:prstGeom>
        </p:spPr>
      </p:pic>
      <p:pic>
        <p:nvPicPr>
          <p:cNvPr id="6" name="Picture 5" descr="c3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6233004" cy="1889712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4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998594"/>
            <a:ext cx="6233004" cy="1203929"/>
          </a:xfrm>
          <a:prstGeom prst="rect">
            <a:avLst/>
          </a:prstGeom>
        </p:spPr>
      </p:pic>
      <p:pic>
        <p:nvPicPr>
          <p:cNvPr id="8" name="Picture 7" descr="c4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793" y="1722076"/>
            <a:ext cx="899137" cy="822939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793" y="2865048"/>
            <a:ext cx="899137" cy="746741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793" y="4008019"/>
            <a:ext cx="899137" cy="746741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198" y="2103067"/>
            <a:ext cx="1661118" cy="2118307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2972" y="960095"/>
            <a:ext cx="1889712" cy="3261278"/>
          </a:xfrm>
          <a:prstGeom prst="rect">
            <a:avLst/>
          </a:prstGeom>
        </p:spPr>
      </p:pic>
      <p:pic>
        <p:nvPicPr>
          <p:cNvPr id="5" name="Picture 4" descr="c6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895" y="2103067"/>
            <a:ext cx="1965910" cy="2118307"/>
          </a:xfrm>
          <a:prstGeom prst="rect">
            <a:avLst/>
          </a:prstGeom>
        </p:spPr>
      </p:pic>
      <p:pic>
        <p:nvPicPr>
          <p:cNvPr id="6" name="Picture 5" descr="c6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480447"/>
          </a:xfrm>
          <a:prstGeom prst="rect">
            <a:avLst/>
          </a:prstGeom>
        </p:spPr>
      </p:pic>
      <p:pic>
        <p:nvPicPr>
          <p:cNvPr id="4" name="Picture 3" descr="c7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404249"/>
          </a:xfrm>
          <a:prstGeom prst="rect">
            <a:avLst/>
          </a:prstGeom>
        </p:spPr>
      </p:pic>
      <p:pic>
        <p:nvPicPr>
          <p:cNvPr id="5" name="Picture 4" descr="c7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328051"/>
          </a:xfrm>
          <a:prstGeom prst="rect">
            <a:avLst/>
          </a:prstGeom>
        </p:spPr>
      </p:pic>
      <p:pic>
        <p:nvPicPr>
          <p:cNvPr id="6" name="Picture 5" descr="c7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480447"/>
          </a:xfrm>
          <a:prstGeom prst="rect">
            <a:avLst/>
          </a:prstGeom>
        </p:spPr>
      </p:pic>
      <p:pic>
        <p:nvPicPr>
          <p:cNvPr id="4" name="Picture 3" descr="c8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404249"/>
          </a:xfrm>
          <a:prstGeom prst="rect">
            <a:avLst/>
          </a:prstGeom>
        </p:spPr>
      </p:pic>
      <p:pic>
        <p:nvPicPr>
          <p:cNvPr id="5" name="Picture 4" descr="c8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328051"/>
          </a:xfrm>
          <a:prstGeom prst="rect">
            <a:avLst/>
          </a:prstGeom>
        </p:spPr>
      </p:pic>
      <p:pic>
        <p:nvPicPr>
          <p:cNvPr id="6" name="Picture 5" descr="c8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9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9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9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4282" y="3093642"/>
            <a:ext cx="2042108" cy="1203929"/>
          </a:xfrm>
          <a:prstGeom prst="rect">
            <a:avLst/>
          </a:prstGeom>
        </p:spPr>
      </p:pic>
      <p:pic>
        <p:nvPicPr>
          <p:cNvPr id="7" name="Picture 6" descr="c9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9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5272" y="4693802"/>
            <a:ext cx="1661118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227" y="1645878"/>
            <a:ext cx="1432524" cy="822939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0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029" y="2941246"/>
            <a:ext cx="822939" cy="822939"/>
          </a:xfrm>
          <a:prstGeom prst="rect">
            <a:avLst/>
          </a:prstGeom>
        </p:spPr>
      </p:pic>
      <p:pic>
        <p:nvPicPr>
          <p:cNvPr id="7" name="Picture 6" descr="c10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10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74633" y="4236614"/>
            <a:ext cx="1127731" cy="822939"/>
          </a:xfrm>
          <a:prstGeom prst="rect">
            <a:avLst/>
          </a:prstGeom>
        </p:spPr>
      </p:pic>
      <p:pic>
        <p:nvPicPr>
          <p:cNvPr id="9" name="Picture 8" descr="c10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112" y="45718"/>
            <a:ext cx="3489872" cy="1584920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537796" cy="1203929"/>
          </a:xfrm>
          <a:prstGeom prst="rect">
            <a:avLst/>
          </a:prstGeom>
        </p:spPr>
      </p:pic>
      <p:pic>
        <p:nvPicPr>
          <p:cNvPr id="4" name="Picture 3" descr="c11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9929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