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classtools1020.github.io/games/checkin.html" TargetMode="Externa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hyperlink" Target="https://classtools1020.github.io/temp/files/T5-print.pdf" TargetMode="External"/><Relationship Id="rId9" Type="http://schemas.openxmlformats.org/officeDocument/2006/relationships/hyperlink" Target="https://classtools1020.github.io/games/checkin.html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Relationship Id="rId9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53.jpg"/><Relationship Id="rId9" Type="http://schemas.openxmlformats.org/officeDocument/2006/relationships/image" Target="../media/image54.jpg"/><Relationship Id="rId10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76" y="3931821"/>
            <a:ext cx="1889712" cy="242309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5303" y="140966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4"/>
          </p:cNvPr>
          <p:cNvSpPr/>
          <p:nvPr/>
        </p:nvSpPr>
        <p:spPr>
          <a:xfrm>
            <a:off x="655303" y="2019249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5"/>
          </p:cNvPr>
          <p:cNvSpPr/>
          <p:nvPr/>
        </p:nvSpPr>
        <p:spPr>
          <a:xfrm>
            <a:off x="655303" y="262883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action="ppaction://hlinksldjump" r:id="rId6"/>
          </p:cNvPr>
          <p:cNvSpPr/>
          <p:nvPr/>
        </p:nvSpPr>
        <p:spPr>
          <a:xfrm>
            <a:off x="655303" y="323841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7"/>
          </p:cNvPr>
          <p:cNvSpPr/>
          <p:nvPr/>
        </p:nvSpPr>
        <p:spPr>
          <a:xfrm>
            <a:off x="655303" y="445758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655303" y="506717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655303" y="5676757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103067"/>
            <a:ext cx="5699617" cy="2804089"/>
          </a:xfrm>
          <a:prstGeom prst="rect">
            <a:avLst/>
          </a:prstGeom>
        </p:spPr>
      </p:pic>
      <p:pic>
        <p:nvPicPr>
          <p:cNvPr id="4" name="Picture 3" descr="c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1" y="1798275"/>
            <a:ext cx="11566870" cy="4099457"/>
          </a:xfrm>
          <a:prstGeom prst="rect">
            <a:avLst/>
          </a:prstGeom>
        </p:spPr>
      </p:pic>
      <p:pic>
        <p:nvPicPr>
          <p:cNvPr id="5" name="Picture 4" descr="c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632844"/>
          </a:xfrm>
          <a:prstGeom prst="rect">
            <a:avLst/>
          </a:prstGeom>
        </p:spPr>
      </p:pic>
      <p:pic>
        <p:nvPicPr>
          <p:cNvPr id="4" name="Picture 3" descr="c3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556646"/>
          </a:xfrm>
          <a:prstGeom prst="rect">
            <a:avLst/>
          </a:prstGeom>
        </p:spPr>
      </p:pic>
      <p:pic>
        <p:nvPicPr>
          <p:cNvPr id="5" name="Picture 4" descr="c3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480447"/>
          </a:xfrm>
          <a:prstGeom prst="rect">
            <a:avLst/>
          </a:prstGeom>
        </p:spPr>
      </p:pic>
      <p:pic>
        <p:nvPicPr>
          <p:cNvPr id="6" name="Picture 5" descr="c3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6233004" cy="1203929"/>
          </a:xfrm>
          <a:prstGeom prst="rect">
            <a:avLst/>
          </a:prstGeom>
        </p:spPr>
      </p:pic>
      <p:pic>
        <p:nvPicPr>
          <p:cNvPr id="4" name="Picture 3" descr="c4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569680"/>
            <a:ext cx="6233004" cy="1889712"/>
          </a:xfrm>
          <a:prstGeom prst="rect">
            <a:avLst/>
          </a:prstGeom>
        </p:spPr>
      </p:pic>
      <p:pic>
        <p:nvPicPr>
          <p:cNvPr id="5" name="Picture 4" descr="c4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6233004" cy="1203929"/>
          </a:xfrm>
          <a:prstGeom prst="rect">
            <a:avLst/>
          </a:prstGeom>
        </p:spPr>
      </p:pic>
      <p:pic>
        <p:nvPicPr>
          <p:cNvPr id="6" name="Picture 5" descr="c4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6233004" cy="1203929"/>
          </a:xfrm>
          <a:prstGeom prst="rect">
            <a:avLst/>
          </a:prstGeom>
        </p:spPr>
      </p:pic>
      <p:pic>
        <p:nvPicPr>
          <p:cNvPr id="7" name="Picture 6" descr="c4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998594"/>
            <a:ext cx="6233004" cy="1203929"/>
          </a:xfrm>
          <a:prstGeom prst="rect">
            <a:avLst/>
          </a:prstGeom>
        </p:spPr>
      </p:pic>
      <p:pic>
        <p:nvPicPr>
          <p:cNvPr id="8" name="Picture 7" descr="c4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5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793" y="1722076"/>
            <a:ext cx="899137" cy="822939"/>
          </a:xfrm>
          <a:prstGeom prst="rect">
            <a:avLst/>
          </a:prstGeom>
        </p:spPr>
      </p:pic>
      <p:pic>
        <p:nvPicPr>
          <p:cNvPr id="4" name="Picture 3" descr="c5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793" y="2865048"/>
            <a:ext cx="899137" cy="746741"/>
          </a:xfrm>
          <a:prstGeom prst="rect">
            <a:avLst/>
          </a:prstGeom>
        </p:spPr>
      </p:pic>
      <p:pic>
        <p:nvPicPr>
          <p:cNvPr id="5" name="Picture 4" descr="c5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793" y="4008019"/>
            <a:ext cx="899137" cy="746741"/>
          </a:xfrm>
          <a:prstGeom prst="rect">
            <a:avLst/>
          </a:prstGeom>
        </p:spPr>
      </p:pic>
      <p:pic>
        <p:nvPicPr>
          <p:cNvPr id="6" name="Picture 5" descr="c5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6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198" y="2103067"/>
            <a:ext cx="1661118" cy="2118307"/>
          </a:xfrm>
          <a:prstGeom prst="rect">
            <a:avLst/>
          </a:prstGeom>
        </p:spPr>
      </p:pic>
      <p:pic>
        <p:nvPicPr>
          <p:cNvPr id="4" name="Picture 3" descr="c6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72" y="960095"/>
            <a:ext cx="1889712" cy="3261278"/>
          </a:xfrm>
          <a:prstGeom prst="rect">
            <a:avLst/>
          </a:prstGeom>
        </p:spPr>
      </p:pic>
      <p:pic>
        <p:nvPicPr>
          <p:cNvPr id="5" name="Picture 4" descr="c6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895" y="2103067"/>
            <a:ext cx="1965910" cy="2118307"/>
          </a:xfrm>
          <a:prstGeom prst="rect">
            <a:avLst/>
          </a:prstGeom>
        </p:spPr>
      </p:pic>
      <p:pic>
        <p:nvPicPr>
          <p:cNvPr id="6" name="Picture 5" descr="c6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7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480447"/>
          </a:xfrm>
          <a:prstGeom prst="rect">
            <a:avLst/>
          </a:prstGeom>
        </p:spPr>
      </p:pic>
      <p:pic>
        <p:nvPicPr>
          <p:cNvPr id="4" name="Picture 3" descr="c7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404249"/>
          </a:xfrm>
          <a:prstGeom prst="rect">
            <a:avLst/>
          </a:prstGeom>
        </p:spPr>
      </p:pic>
      <p:pic>
        <p:nvPicPr>
          <p:cNvPr id="5" name="Picture 4" descr="c7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328051"/>
          </a:xfrm>
          <a:prstGeom prst="rect">
            <a:avLst/>
          </a:prstGeom>
        </p:spPr>
      </p:pic>
      <p:pic>
        <p:nvPicPr>
          <p:cNvPr id="6" name="Picture 5" descr="c7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8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480447"/>
          </a:xfrm>
          <a:prstGeom prst="rect">
            <a:avLst/>
          </a:prstGeom>
        </p:spPr>
      </p:pic>
      <p:pic>
        <p:nvPicPr>
          <p:cNvPr id="4" name="Picture 3" descr="c8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404249"/>
          </a:xfrm>
          <a:prstGeom prst="rect">
            <a:avLst/>
          </a:prstGeom>
        </p:spPr>
      </p:pic>
      <p:pic>
        <p:nvPicPr>
          <p:cNvPr id="5" name="Picture 4" descr="c8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328051"/>
          </a:xfrm>
          <a:prstGeom prst="rect">
            <a:avLst/>
          </a:prstGeom>
        </p:spPr>
      </p:pic>
      <p:pic>
        <p:nvPicPr>
          <p:cNvPr id="6" name="Picture 5" descr="c8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9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9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65" y="1645878"/>
            <a:ext cx="1356326" cy="1127731"/>
          </a:xfrm>
          <a:prstGeom prst="rect">
            <a:avLst/>
          </a:prstGeom>
        </p:spPr>
      </p:pic>
      <p:pic>
        <p:nvPicPr>
          <p:cNvPr id="5" name="Picture 4" descr="c9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6" name="Picture 5" descr="c9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282" y="3093642"/>
            <a:ext cx="2042108" cy="1203929"/>
          </a:xfrm>
          <a:prstGeom prst="rect">
            <a:avLst/>
          </a:prstGeom>
        </p:spPr>
      </p:pic>
      <p:pic>
        <p:nvPicPr>
          <p:cNvPr id="7" name="Picture 6" descr="c9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8" name="Picture 7" descr="c9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272" y="4693802"/>
            <a:ext cx="1661118" cy="1127731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1338276" cy="1356326"/>
          </a:xfrm>
          <a:prstGeom prst="rect">
            <a:avLst/>
          </a:prstGeom>
        </p:spPr>
      </p:pic>
      <p:pic>
        <p:nvPicPr>
          <p:cNvPr id="4" name="Picture 3" descr="c10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227" y="1645878"/>
            <a:ext cx="1432524" cy="822939"/>
          </a:xfrm>
          <a:prstGeom prst="rect">
            <a:avLst/>
          </a:prstGeom>
        </p:spPr>
      </p:pic>
      <p:pic>
        <p:nvPicPr>
          <p:cNvPr id="5" name="Picture 4" descr="c10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712652"/>
            <a:ext cx="11338276" cy="1356326"/>
          </a:xfrm>
          <a:prstGeom prst="rect">
            <a:avLst/>
          </a:prstGeom>
        </p:spPr>
      </p:pic>
      <p:pic>
        <p:nvPicPr>
          <p:cNvPr id="6" name="Picture 5" descr="c10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029" y="2941246"/>
            <a:ext cx="822939" cy="822939"/>
          </a:xfrm>
          <a:prstGeom prst="rect">
            <a:avLst/>
          </a:prstGeom>
        </p:spPr>
      </p:pic>
      <p:pic>
        <p:nvPicPr>
          <p:cNvPr id="7" name="Picture 6" descr="c10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008019"/>
            <a:ext cx="11338276" cy="1356326"/>
          </a:xfrm>
          <a:prstGeom prst="rect">
            <a:avLst/>
          </a:prstGeom>
        </p:spPr>
      </p:pic>
      <p:pic>
        <p:nvPicPr>
          <p:cNvPr id="8" name="Picture 7" descr="c10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633" y="4236614"/>
            <a:ext cx="1127731" cy="822939"/>
          </a:xfrm>
          <a:prstGeom prst="rect">
            <a:avLst/>
          </a:prstGeom>
        </p:spPr>
      </p:pic>
      <p:pic>
        <p:nvPicPr>
          <p:cNvPr id="9" name="Picture 8" descr="c10_7_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112" y="45718"/>
            <a:ext cx="3489872" cy="1584920"/>
          </a:xfrm>
          <a:prstGeom prst="rect">
            <a:avLst/>
          </a:prstGeom>
        </p:spPr>
      </p:pic>
      <p:sp>
        <p:nvSpPr>
          <p:cNvPr id="10" name="TextBox 9">
            <a:hlinkClick action="ppaction://hlinksldjump" r:id="rId10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1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636454"/>
            <a:ext cx="6537796" cy="1203929"/>
          </a:xfrm>
          <a:prstGeom prst="rect">
            <a:avLst/>
          </a:prstGeom>
        </p:spPr>
      </p:pic>
      <p:pic>
        <p:nvPicPr>
          <p:cNvPr id="4" name="Picture 3" descr="c11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84" y="3550831"/>
            <a:ext cx="1965910" cy="2499297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