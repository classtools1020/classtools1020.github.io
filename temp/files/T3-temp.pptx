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hyperlink" Target="https://classtools1020.github.io/games/checkin.html" TargetMode="Externa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7.xml"/><Relationship Id="rId7" Type="http://schemas.openxmlformats.org/officeDocument/2006/relationships/slide" Target="slide8.xml"/><Relationship Id="rId8" Type="http://schemas.openxmlformats.org/officeDocument/2006/relationships/hyperlink" Target="https://classtools1020.github.io/temp/thermo.html#see" TargetMode="External"/><Relationship Id="rId9" Type="http://schemas.openxmlformats.org/officeDocument/2006/relationships/slide" Target="slide10.xml"/><Relationship Id="rId10" Type="http://schemas.openxmlformats.org/officeDocument/2006/relationships/hyperlink" Target="https://classtools1020.github.io/temp/files/T3-print.pdf" TargetMode="External"/><Relationship Id="rId11" Type="http://schemas.openxmlformats.org/officeDocument/2006/relationships/hyperlink" Target="https://classtools1020.github.io/games/checkin.html#en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image" Target="../media/image8.jpg"/><Relationship Id="rId7" Type="http://schemas.openxmlformats.org/officeDocument/2006/relationships/image" Target="../media/image9.jpg"/><Relationship Id="rId8" Type="http://schemas.openxmlformats.org/officeDocument/2006/relationships/image" Target="../media/image10.jpg"/><Relationship Id="rId9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jpg"/><Relationship Id="rId6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17.jpg"/><Relationship Id="rId5" Type="http://schemas.openxmlformats.org/officeDocument/2006/relationships/image" Target="../media/image18.jpg"/><Relationship Id="rId6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jpg"/><Relationship Id="rId4" Type="http://schemas.openxmlformats.org/officeDocument/2006/relationships/image" Target="../media/image21.jpg"/><Relationship Id="rId5" Type="http://schemas.openxmlformats.org/officeDocument/2006/relationships/image" Target="../media/image22.jpg"/><Relationship Id="rId6" Type="http://schemas.openxmlformats.org/officeDocument/2006/relationships/image" Target="../media/image23.jpg"/><Relationship Id="rId7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image" Target="../media/image26.jpg"/><Relationship Id="rId5" Type="http://schemas.openxmlformats.org/officeDocument/2006/relationships/image" Target="../media/image27.jpg"/><Relationship Id="rId6" Type="http://schemas.openxmlformats.org/officeDocument/2006/relationships/image" Target="../media/image28.jpg"/><Relationship Id="rId7" Type="http://schemas.openxmlformats.org/officeDocument/2006/relationships/image" Target="../media/image29.jpg"/><Relationship Id="rId8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image" Target="../media/image32.jpg"/><Relationship Id="rId5" Type="http://schemas.openxmlformats.org/officeDocument/2006/relationships/image" Target="../media/image33.jpg"/><Relationship Id="rId6" Type="http://schemas.openxmlformats.org/officeDocument/2006/relationships/image" Target="../media/image34.jpg"/><Relationship Id="rId7" Type="http://schemas.openxmlformats.org/officeDocument/2006/relationships/image" Target="../media/image35.jpg"/><Relationship Id="rId8" Type="http://schemas.openxmlformats.org/officeDocument/2006/relationships/image" Target="../media/image36.jpg"/><Relationship Id="rId9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8.jpg"/><Relationship Id="rId4" Type="http://schemas.openxmlformats.org/officeDocument/2006/relationships/hyperlink" Target="https://classtools1020.github.io/temp/thermo.html#see" TargetMode="External"/><Relationship Id="rId5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40.jpg"/><Relationship Id="rId4" Type="http://schemas.openxmlformats.org/officeDocument/2006/relationships/image" Target="../media/image41.jpg"/><Relationship Id="rId5" Type="http://schemas.openxmlformats.org/officeDocument/2006/relationships/image" Target="../media/image42.jpg"/><Relationship Id="rId6" Type="http://schemas.openxmlformats.org/officeDocument/2006/relationships/image" Target="../media/image43.jpg"/><Relationship Id="rId7" Type="http://schemas.openxmlformats.org/officeDocument/2006/relationships/image" Target="../media/image44.jpg"/><Relationship Id="rId8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image" Target="../media/image46.jpg"/><Relationship Id="rId4" Type="http://schemas.openxmlformats.org/officeDocument/2006/relationships/image" Target="../media/image47.jpg"/><Relationship Id="rId5" Type="http://schemas.openxmlformats.org/officeDocument/2006/relationships/image" Target="../media/image48.jpg"/><Relationship Id="rId6" Type="http://schemas.openxmlformats.org/officeDocument/2006/relationships/image" Target="../media/image49.jpg"/><Relationship Id="rId7" Type="http://schemas.openxmlformats.org/officeDocument/2006/relationships/image" Target="../media/image50.jpg"/><Relationship Id="rId8" Type="http://schemas.openxmlformats.org/officeDocument/2006/relationships/image" Target="../media/image51.jpg"/><Relationship Id="rId9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image" Target="../media/image53.jpg"/><Relationship Id="rId4" Type="http://schemas.openxmlformats.org/officeDocument/2006/relationships/image" Target="../media/image54.jpg"/><Relationship Id="rId5" Type="http://schemas.openxmlformats.org/officeDocument/2006/relationships/image" Target="../media/image55.jpg"/><Relationship Id="rId6" Type="http://schemas.openxmlformats.org/officeDocument/2006/relationships/image" Target="../media/image56.jpg"/><Relationship Id="rId7" Type="http://schemas.openxmlformats.org/officeDocument/2006/relationships/image" Target="../media/image57.jpg"/><Relationship Id="rId8" Type="http://schemas.openxmlformats.org/officeDocument/2006/relationships/image" Target="../media/image58.jpg"/><Relationship Id="rId9" Type="http://schemas.openxmlformats.org/officeDocument/2006/relationships/image" Target="../media/image59.jpg"/><Relationship Id="rId10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image" Target="../media/image61.jpg"/><Relationship Id="rId4" Type="http://schemas.openxmlformats.org/officeDocument/2006/relationships/image" Target="../media/image62.jpg"/><Relationship Id="rId5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2876" y="3931821"/>
            <a:ext cx="1889712" cy="242309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655303" y="140966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4"/>
          </p:cNvPr>
          <p:cNvSpPr/>
          <p:nvPr/>
        </p:nvSpPr>
        <p:spPr>
          <a:xfrm>
            <a:off x="655303" y="2019249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5"/>
          </p:cNvPr>
          <p:cNvSpPr/>
          <p:nvPr/>
        </p:nvSpPr>
        <p:spPr>
          <a:xfrm>
            <a:off x="655303" y="262883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6"/>
          </p:cNvPr>
          <p:cNvSpPr/>
          <p:nvPr/>
        </p:nvSpPr>
        <p:spPr>
          <a:xfrm>
            <a:off x="655303" y="323841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7"/>
          </p:cNvPr>
          <p:cNvSpPr/>
          <p:nvPr/>
        </p:nvSpPr>
        <p:spPr>
          <a:xfrm>
            <a:off x="655303" y="384800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r:id="rId8"/>
          </p:cNvPr>
          <p:cNvSpPr/>
          <p:nvPr/>
        </p:nvSpPr>
        <p:spPr>
          <a:xfrm>
            <a:off x="655303" y="445758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action="ppaction://hlinksldjump" r:id="rId9"/>
          </p:cNvPr>
          <p:cNvSpPr/>
          <p:nvPr/>
        </p:nvSpPr>
        <p:spPr>
          <a:xfrm>
            <a:off x="655303" y="506717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r:id="rId10"/>
          </p:cNvPr>
          <p:cNvSpPr/>
          <p:nvPr/>
        </p:nvSpPr>
        <p:spPr>
          <a:xfrm>
            <a:off x="655303" y="5676757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>
            <a:hlinkClick r:id="rId11"/>
          </p:cNvPr>
          <p:cNvSpPr/>
          <p:nvPr/>
        </p:nvSpPr>
        <p:spPr>
          <a:xfrm>
            <a:off x="655303" y="6286342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2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11338276" cy="1737316"/>
          </a:xfrm>
          <a:prstGeom prst="rect">
            <a:avLst/>
          </a:prstGeom>
        </p:spPr>
      </p:pic>
      <p:pic>
        <p:nvPicPr>
          <p:cNvPr id="4" name="Picture 3" descr="c2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0065" y="1645878"/>
            <a:ext cx="1356326" cy="1127731"/>
          </a:xfrm>
          <a:prstGeom prst="rect">
            <a:avLst/>
          </a:prstGeom>
        </p:spPr>
      </p:pic>
      <p:pic>
        <p:nvPicPr>
          <p:cNvPr id="5" name="Picture 4" descr="c2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865048"/>
            <a:ext cx="11338276" cy="1737316"/>
          </a:xfrm>
          <a:prstGeom prst="rect">
            <a:avLst/>
          </a:prstGeom>
        </p:spPr>
      </p:pic>
      <p:pic>
        <p:nvPicPr>
          <p:cNvPr id="6" name="Picture 5" descr="c2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0065" y="3169840"/>
            <a:ext cx="1356326" cy="1127731"/>
          </a:xfrm>
          <a:prstGeom prst="rect">
            <a:avLst/>
          </a:prstGeom>
        </p:spPr>
      </p:pic>
      <p:pic>
        <p:nvPicPr>
          <p:cNvPr id="7" name="Picture 6" descr="c2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389010"/>
            <a:ext cx="11338276" cy="1737316"/>
          </a:xfrm>
          <a:prstGeom prst="rect">
            <a:avLst/>
          </a:prstGeom>
        </p:spPr>
      </p:pic>
      <p:pic>
        <p:nvPicPr>
          <p:cNvPr id="8" name="Picture 7" descr="c2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94282" y="4617604"/>
            <a:ext cx="2042108" cy="1203929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3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103067"/>
            <a:ext cx="5699617" cy="2804089"/>
          </a:xfrm>
          <a:prstGeom prst="rect">
            <a:avLst/>
          </a:prstGeom>
        </p:spPr>
      </p:pic>
      <p:pic>
        <p:nvPicPr>
          <p:cNvPr id="4" name="Picture 3" descr="c3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511" y="1722076"/>
            <a:ext cx="11566870" cy="4099457"/>
          </a:xfrm>
          <a:prstGeom prst="rect">
            <a:avLst/>
          </a:prstGeom>
        </p:spPr>
      </p:pic>
      <p:pic>
        <p:nvPicPr>
          <p:cNvPr id="5" name="Picture 4" descr="c3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6" name="TextBox 5">
            <a:hlinkClick action="ppaction://hlinksldjump" r:id="rId6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4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103067"/>
            <a:ext cx="5699617" cy="2804089"/>
          </a:xfrm>
          <a:prstGeom prst="rect">
            <a:avLst/>
          </a:prstGeom>
        </p:spPr>
      </p:pic>
      <p:pic>
        <p:nvPicPr>
          <p:cNvPr id="4" name="Picture 3" descr="c4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1722076"/>
            <a:ext cx="11490672" cy="4099457"/>
          </a:xfrm>
          <a:prstGeom prst="rect">
            <a:avLst/>
          </a:prstGeom>
        </p:spPr>
      </p:pic>
      <p:pic>
        <p:nvPicPr>
          <p:cNvPr id="5" name="Picture 4" descr="c4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6" name="TextBox 5">
            <a:hlinkClick action="ppaction://hlinksldjump" r:id="rId6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5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11" y="1112492"/>
            <a:ext cx="4099457" cy="4480447"/>
          </a:xfrm>
          <a:prstGeom prst="rect">
            <a:avLst/>
          </a:prstGeom>
        </p:spPr>
      </p:pic>
      <p:pic>
        <p:nvPicPr>
          <p:cNvPr id="4" name="Picture 3" descr="c5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4217" y="1188690"/>
            <a:ext cx="4023259" cy="4404249"/>
          </a:xfrm>
          <a:prstGeom prst="rect">
            <a:avLst/>
          </a:prstGeom>
        </p:spPr>
      </p:pic>
      <p:pic>
        <p:nvPicPr>
          <p:cNvPr id="5" name="Picture 4" descr="c5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7924" y="1188690"/>
            <a:ext cx="4023259" cy="4328051"/>
          </a:xfrm>
          <a:prstGeom prst="rect">
            <a:avLst/>
          </a:prstGeom>
        </p:spPr>
      </p:pic>
      <p:pic>
        <p:nvPicPr>
          <p:cNvPr id="6" name="Picture 5" descr="c5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6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7299777" cy="1203929"/>
          </a:xfrm>
          <a:prstGeom prst="rect">
            <a:avLst/>
          </a:prstGeom>
        </p:spPr>
      </p:pic>
      <p:pic>
        <p:nvPicPr>
          <p:cNvPr id="4" name="Picture 3" descr="c6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2255463"/>
            <a:ext cx="7299777" cy="1203929"/>
          </a:xfrm>
          <a:prstGeom prst="rect">
            <a:avLst/>
          </a:prstGeom>
        </p:spPr>
      </p:pic>
      <p:pic>
        <p:nvPicPr>
          <p:cNvPr id="5" name="Picture 4" descr="c6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3169840"/>
            <a:ext cx="7299777" cy="1203929"/>
          </a:xfrm>
          <a:prstGeom prst="rect">
            <a:avLst/>
          </a:prstGeom>
        </p:spPr>
      </p:pic>
      <p:pic>
        <p:nvPicPr>
          <p:cNvPr id="6" name="Picture 5" descr="c6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9" y="4084217"/>
            <a:ext cx="7299777" cy="1203929"/>
          </a:xfrm>
          <a:prstGeom prst="rect">
            <a:avLst/>
          </a:prstGeom>
        </p:spPr>
      </p:pic>
      <p:pic>
        <p:nvPicPr>
          <p:cNvPr id="7" name="Picture 6" descr="c6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8" name="TextBox 7">
            <a:hlinkClick action="ppaction://hlinksldjump" r:id="rId8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7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93482"/>
            <a:ext cx="6690192" cy="1203929"/>
          </a:xfrm>
          <a:prstGeom prst="rect">
            <a:avLst/>
          </a:prstGeom>
        </p:spPr>
      </p:pic>
      <p:pic>
        <p:nvPicPr>
          <p:cNvPr id="4" name="Picture 3" descr="c7_1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0320" y="3246038"/>
            <a:ext cx="1356326" cy="670543"/>
          </a:xfrm>
          <a:prstGeom prst="rect">
            <a:avLst/>
          </a:prstGeom>
        </p:spPr>
      </p:pic>
      <p:pic>
        <p:nvPicPr>
          <p:cNvPr id="5" name="Picture 4" descr="c7_2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407859"/>
            <a:ext cx="6690192" cy="1203929"/>
          </a:xfrm>
          <a:prstGeom prst="rect">
            <a:avLst/>
          </a:prstGeom>
        </p:spPr>
      </p:pic>
      <p:pic>
        <p:nvPicPr>
          <p:cNvPr id="6" name="Picture 5" descr="c7_2_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13132" y="2560255"/>
            <a:ext cx="822939" cy="1203929"/>
          </a:xfrm>
          <a:prstGeom prst="rect">
            <a:avLst/>
          </a:prstGeom>
        </p:spPr>
      </p:pic>
      <p:pic>
        <p:nvPicPr>
          <p:cNvPr id="7" name="Picture 6" descr="c7_3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3322236"/>
            <a:ext cx="6690192" cy="1203929"/>
          </a:xfrm>
          <a:prstGeom prst="rect">
            <a:avLst/>
          </a:prstGeom>
        </p:spPr>
      </p:pic>
      <p:pic>
        <p:nvPicPr>
          <p:cNvPr id="8" name="Picture 7" descr="c7_4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70480" y="1569680"/>
            <a:ext cx="2270703" cy="1432524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8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0065" y="4160415"/>
            <a:ext cx="1584920" cy="2042108"/>
          </a:xfrm>
          <a:prstGeom prst="rect">
            <a:avLst/>
          </a:prstGeom>
        </p:spPr>
      </p:pic>
      <p:sp>
        <p:nvSpPr>
          <p:cNvPr id="4" name="Rectangle 3">
            <a:hlinkClick r:id="rId4"/>
          </p:cNvPr>
          <p:cNvSpPr/>
          <p:nvPr/>
        </p:nvSpPr>
        <p:spPr>
          <a:xfrm>
            <a:off x="655303" y="4724281"/>
            <a:ext cx="2523109" cy="75436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9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6233004" cy="1203929"/>
          </a:xfrm>
          <a:prstGeom prst="rect">
            <a:avLst/>
          </a:prstGeom>
        </p:spPr>
      </p:pic>
      <p:pic>
        <p:nvPicPr>
          <p:cNvPr id="4" name="Picture 3" descr="c9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2255463"/>
            <a:ext cx="6233004" cy="1203929"/>
          </a:xfrm>
          <a:prstGeom prst="rect">
            <a:avLst/>
          </a:prstGeom>
        </p:spPr>
      </p:pic>
      <p:pic>
        <p:nvPicPr>
          <p:cNvPr id="5" name="Picture 4" descr="c9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3169840"/>
            <a:ext cx="6233004" cy="1203929"/>
          </a:xfrm>
          <a:prstGeom prst="rect">
            <a:avLst/>
          </a:prstGeom>
        </p:spPr>
      </p:pic>
      <p:pic>
        <p:nvPicPr>
          <p:cNvPr id="6" name="Picture 5" descr="c9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9" y="4084217"/>
            <a:ext cx="6233004" cy="1203929"/>
          </a:xfrm>
          <a:prstGeom prst="rect">
            <a:avLst/>
          </a:prstGeom>
        </p:spPr>
      </p:pic>
      <p:pic>
        <p:nvPicPr>
          <p:cNvPr id="7" name="Picture 6" descr="c9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8" name="TextBox 7">
            <a:hlinkClick action="ppaction://hlinksldjump" r:id="rId8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11338276" cy="1737316"/>
          </a:xfrm>
          <a:prstGeom prst="rect">
            <a:avLst/>
          </a:prstGeom>
        </p:spPr>
      </p:pic>
      <p:pic>
        <p:nvPicPr>
          <p:cNvPr id="4" name="Picture 3" descr="c10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0065" y="1645878"/>
            <a:ext cx="1356326" cy="1127731"/>
          </a:xfrm>
          <a:prstGeom prst="rect">
            <a:avLst/>
          </a:prstGeom>
        </p:spPr>
      </p:pic>
      <p:pic>
        <p:nvPicPr>
          <p:cNvPr id="5" name="Picture 4" descr="c10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865048"/>
            <a:ext cx="11338276" cy="1737316"/>
          </a:xfrm>
          <a:prstGeom prst="rect">
            <a:avLst/>
          </a:prstGeom>
        </p:spPr>
      </p:pic>
      <p:pic>
        <p:nvPicPr>
          <p:cNvPr id="6" name="Picture 5" descr="c10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0065" y="3169840"/>
            <a:ext cx="1356326" cy="1127731"/>
          </a:xfrm>
          <a:prstGeom prst="rect">
            <a:avLst/>
          </a:prstGeom>
        </p:spPr>
      </p:pic>
      <p:pic>
        <p:nvPicPr>
          <p:cNvPr id="7" name="Picture 6" descr="c10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389010"/>
            <a:ext cx="11338276" cy="1737316"/>
          </a:xfrm>
          <a:prstGeom prst="rect">
            <a:avLst/>
          </a:prstGeom>
        </p:spPr>
      </p:pic>
      <p:pic>
        <p:nvPicPr>
          <p:cNvPr id="8" name="Picture 7" descr="c10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80065" y="4693802"/>
            <a:ext cx="1356326" cy="1127731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1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11338276" cy="1356326"/>
          </a:xfrm>
          <a:prstGeom prst="rect">
            <a:avLst/>
          </a:prstGeom>
        </p:spPr>
      </p:pic>
      <p:pic>
        <p:nvPicPr>
          <p:cNvPr id="4" name="Picture 3" descr="c11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5623" y="1645878"/>
            <a:ext cx="1127731" cy="822939"/>
          </a:xfrm>
          <a:prstGeom prst="rect">
            <a:avLst/>
          </a:prstGeom>
        </p:spPr>
      </p:pic>
      <p:pic>
        <p:nvPicPr>
          <p:cNvPr id="5" name="Picture 4" descr="c11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712652"/>
            <a:ext cx="11338276" cy="1356326"/>
          </a:xfrm>
          <a:prstGeom prst="rect">
            <a:avLst/>
          </a:prstGeom>
        </p:spPr>
      </p:pic>
      <p:pic>
        <p:nvPicPr>
          <p:cNvPr id="6" name="Picture 5" descr="c11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5623" y="2941246"/>
            <a:ext cx="1127731" cy="822939"/>
          </a:xfrm>
          <a:prstGeom prst="rect">
            <a:avLst/>
          </a:prstGeom>
        </p:spPr>
      </p:pic>
      <p:pic>
        <p:nvPicPr>
          <p:cNvPr id="7" name="Picture 6" descr="c11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008019"/>
            <a:ext cx="11338276" cy="1356326"/>
          </a:xfrm>
          <a:prstGeom prst="rect">
            <a:avLst/>
          </a:prstGeom>
        </p:spPr>
      </p:pic>
      <p:pic>
        <p:nvPicPr>
          <p:cNvPr id="8" name="Picture 7" descr="c11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74793" y="4236614"/>
            <a:ext cx="1432524" cy="822939"/>
          </a:xfrm>
          <a:prstGeom prst="rect">
            <a:avLst/>
          </a:prstGeom>
        </p:spPr>
      </p:pic>
      <p:pic>
        <p:nvPicPr>
          <p:cNvPr id="9" name="Picture 8" descr="c11_7_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65528" y="45718"/>
            <a:ext cx="4099457" cy="1661118"/>
          </a:xfrm>
          <a:prstGeom prst="rect">
            <a:avLst/>
          </a:prstGeom>
        </p:spPr>
      </p:pic>
      <p:sp>
        <p:nvSpPr>
          <p:cNvPr id="10" name="TextBox 9">
            <a:hlinkClick action="ppaction://hlinksldjump" r:id="rId10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2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636454"/>
            <a:ext cx="6842588" cy="1280127"/>
          </a:xfrm>
          <a:prstGeom prst="rect">
            <a:avLst/>
          </a:prstGeom>
        </p:spPr>
      </p:pic>
      <p:pic>
        <p:nvPicPr>
          <p:cNvPr id="4" name="Picture 3" descr="c12_1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084" y="3550831"/>
            <a:ext cx="1965910" cy="2423099"/>
          </a:xfrm>
          <a:prstGeom prst="rect">
            <a:avLst/>
          </a:prstGeom>
        </p:spPr>
      </p:pic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