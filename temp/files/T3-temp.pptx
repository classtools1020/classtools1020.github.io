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8.xml"/><Relationship Id="rId8" Type="http://schemas.openxmlformats.org/officeDocument/2006/relationships/slide" Target="slide9.xml"/><Relationship Id="rId9" Type="http://schemas.openxmlformats.org/officeDocument/2006/relationships/hyperlink" Target="https://classtools1020.github.io/temp/thermo.html#see" TargetMode="External"/><Relationship Id="rId10" Type="http://schemas.openxmlformats.org/officeDocument/2006/relationships/slide" Target="slide11.xml"/><Relationship Id="rId11" Type="http://schemas.openxmlformats.org/officeDocument/2006/relationships/hyperlink" Target="https://classtools1020.github.io/temp/files/T3-print.pdf" TargetMode="External"/><Relationship Id="rId12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17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hyperlink" Target="https://classtools1020.github.io/temp/thermo.html#see" TargetMode="External"/><Relationship Id="rId5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58.jpg"/><Relationship Id="rId4" Type="http://schemas.openxmlformats.org/officeDocument/2006/relationships/image" Target="../media/image59.jpg"/><Relationship Id="rId5" Type="http://schemas.openxmlformats.org/officeDocument/2006/relationships/image" Target="../media/image60.jpg"/><Relationship Id="rId6" Type="http://schemas.openxmlformats.org/officeDocument/2006/relationships/image" Target="../media/image61.jp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Relationship Id="rId10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jpg"/><Relationship Id="rId4" Type="http://schemas.openxmlformats.org/officeDocument/2006/relationships/image" Target="../media/image67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655303" y="689592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509" y="1569680"/>
            <a:ext cx="3108882" cy="128012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4282" y="4617604"/>
            <a:ext cx="2042108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07" y="1417284"/>
            <a:ext cx="5623419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4404249" cy="822939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5013834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22076"/>
            <a:ext cx="11490672" cy="4099457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7299777" cy="1203929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7299777" cy="1889712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7299777" cy="1203929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7299777" cy="1203929"/>
          </a:xfrm>
          <a:prstGeom prst="rect">
            <a:avLst/>
          </a:prstGeom>
        </p:spPr>
      </p:pic>
      <p:pic>
        <p:nvPicPr>
          <p:cNvPr id="7" name="Picture 6" descr="c7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93482"/>
            <a:ext cx="6690192" cy="1432524"/>
          </a:xfrm>
          <a:prstGeom prst="rect">
            <a:avLst/>
          </a:prstGeom>
        </p:spPr>
      </p:pic>
      <p:pic>
        <p:nvPicPr>
          <p:cNvPr id="4" name="Picture 3" descr="c8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20" y="3246038"/>
            <a:ext cx="1356326" cy="670543"/>
          </a:xfrm>
          <a:prstGeom prst="rect">
            <a:avLst/>
          </a:prstGeom>
        </p:spPr>
      </p:pic>
      <p:pic>
        <p:nvPicPr>
          <p:cNvPr id="5" name="Picture 4" descr="c8_2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897" y="1645878"/>
            <a:ext cx="5699617" cy="975335"/>
          </a:xfrm>
          <a:prstGeom prst="rect">
            <a:avLst/>
          </a:prstGeom>
        </p:spPr>
      </p:pic>
      <p:pic>
        <p:nvPicPr>
          <p:cNvPr id="6" name="Picture 5" descr="c8_2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3132" y="2560255"/>
            <a:ext cx="822939" cy="1203929"/>
          </a:xfrm>
          <a:prstGeom prst="rect">
            <a:avLst/>
          </a:prstGeom>
        </p:spPr>
      </p:pic>
      <p:pic>
        <p:nvPicPr>
          <p:cNvPr id="7" name="Picture 6" descr="c8_2_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2636454"/>
            <a:ext cx="6690192" cy="1203929"/>
          </a:xfrm>
          <a:prstGeom prst="rect">
            <a:avLst/>
          </a:prstGeom>
        </p:spPr>
      </p:pic>
      <p:pic>
        <p:nvPicPr>
          <p:cNvPr id="8" name="Picture 7" descr="c8_3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3550831"/>
            <a:ext cx="6690192" cy="1203929"/>
          </a:xfrm>
          <a:prstGeom prst="rect">
            <a:avLst/>
          </a:prstGeom>
        </p:spPr>
      </p:pic>
      <p:pic>
        <p:nvPicPr>
          <p:cNvPr id="9" name="Picture 8" descr="c8_4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0480" y="1569680"/>
            <a:ext cx="2270703" cy="1432524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867" y="1645878"/>
            <a:ext cx="1432524" cy="1127731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867" y="3169840"/>
            <a:ext cx="1432524" cy="1127731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3867" y="4693802"/>
            <a:ext cx="1432524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127731" cy="822939"/>
          </a:xfrm>
          <a:prstGeom prst="rect">
            <a:avLst/>
          </a:prstGeom>
        </p:spPr>
      </p:pic>
      <p:pic>
        <p:nvPicPr>
          <p:cNvPr id="5" name="Picture 4" descr="c1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623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1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65368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2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3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