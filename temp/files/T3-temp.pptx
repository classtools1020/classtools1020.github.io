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hyperlink" Target="https://classtools1020.github.io/games/checkin.html?team=&#28331;&#24230;&#29305;&#21220;&#38538;&amp;back=t3.html%233" TargetMode="Externa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hyperlink" Target="https://classtools1020.github.io/temp/thermo.html#see" TargetMode="External"/><Relationship Id="rId10" Type="http://schemas.openxmlformats.org/officeDocument/2006/relationships/slide" Target="slide11.xml"/><Relationship Id="rId11" Type="http://schemas.openxmlformats.org/officeDocument/2006/relationships/hyperlink" Target="https://classtools1020.github.io/temp/files/T3-print.pdf" TargetMode="External"/><Relationship Id="rId12" Type="http://schemas.openxmlformats.org/officeDocument/2006/relationships/hyperlink" Target="https://classtools1020.github.io/games/checkin.html?team=&#28331;&#24230;&#29305;&#21220;&#38538;&amp;back=t3.html%233#en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7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6.jpg"/><Relationship Id="rId6" Type="http://schemas.openxmlformats.org/officeDocument/2006/relationships/image" Target="../media/image27.jpg"/><Relationship Id="rId7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Relationship Id="rId8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jpg"/><Relationship Id="rId8" Type="http://schemas.openxmlformats.org/officeDocument/2006/relationships/image" Target="../media/image40.jpg"/><Relationship Id="rId9" Type="http://schemas.openxmlformats.org/officeDocument/2006/relationships/image" Target="../media/image41.jpg"/><Relationship Id="rId10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hyperlink" Target="https://classtools1020.github.io/temp/thermo.html#see" TargetMode="External"/><Relationship Id="rId5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6" Type="http://schemas.openxmlformats.org/officeDocument/2006/relationships/image" Target="../media/image48.jpg"/><Relationship Id="rId7" Type="http://schemas.openxmlformats.org/officeDocument/2006/relationships/image" Target="../media/image49.jpg"/><Relationship Id="rId8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image" Target="../media/image51.jpg"/><Relationship Id="rId4" Type="http://schemas.openxmlformats.org/officeDocument/2006/relationships/image" Target="../media/image52.jpg"/><Relationship Id="rId5" Type="http://schemas.openxmlformats.org/officeDocument/2006/relationships/image" Target="../media/image53.jpg"/><Relationship Id="rId6" Type="http://schemas.openxmlformats.org/officeDocument/2006/relationships/image" Target="../media/image54.jpg"/><Relationship Id="rId7" Type="http://schemas.openxmlformats.org/officeDocument/2006/relationships/image" Target="../media/image55.jpg"/><Relationship Id="rId8" Type="http://schemas.openxmlformats.org/officeDocument/2006/relationships/image" Target="../media/image56.jpg"/><Relationship Id="rId9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image" Target="../media/image58.jpg"/><Relationship Id="rId4" Type="http://schemas.openxmlformats.org/officeDocument/2006/relationships/image" Target="../media/image59.jpg"/><Relationship Id="rId5" Type="http://schemas.openxmlformats.org/officeDocument/2006/relationships/image" Target="../media/image60.jpg"/><Relationship Id="rId6" Type="http://schemas.openxmlformats.org/officeDocument/2006/relationships/image" Target="../media/image61.jp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Relationship Id="rId10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image" Target="../media/image66.jpg"/><Relationship Id="rId4" Type="http://schemas.openxmlformats.org/officeDocument/2006/relationships/image" Target="../media/image67.jpg"/><Relationship Id="rId5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0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876" y="3931821"/>
            <a:ext cx="1889712" cy="242309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655303" y="1409664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action="ppaction://hlinksldjump" r:id="rId4"/>
          </p:cNvPr>
          <p:cNvSpPr/>
          <p:nvPr/>
        </p:nvSpPr>
        <p:spPr>
          <a:xfrm>
            <a:off x="655303" y="2019249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action="ppaction://hlinksldjump" r:id="rId5"/>
          </p:cNvPr>
          <p:cNvSpPr/>
          <p:nvPr/>
        </p:nvSpPr>
        <p:spPr>
          <a:xfrm>
            <a:off x="655303" y="2628834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action="ppaction://hlinksldjump" r:id="rId6"/>
          </p:cNvPr>
          <p:cNvSpPr/>
          <p:nvPr/>
        </p:nvSpPr>
        <p:spPr>
          <a:xfrm>
            <a:off x="655303" y="3238418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action="ppaction://hlinksldjump" r:id="rId7"/>
          </p:cNvPr>
          <p:cNvSpPr/>
          <p:nvPr/>
        </p:nvSpPr>
        <p:spPr>
          <a:xfrm>
            <a:off x="655303" y="3848003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>
            <a:hlinkClick action="ppaction://hlinksldjump" r:id="rId8"/>
          </p:cNvPr>
          <p:cNvSpPr/>
          <p:nvPr/>
        </p:nvSpPr>
        <p:spPr>
          <a:xfrm>
            <a:off x="655303" y="4457588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>
            <a:hlinkClick r:id="rId9"/>
          </p:cNvPr>
          <p:cNvSpPr/>
          <p:nvPr/>
        </p:nvSpPr>
        <p:spPr>
          <a:xfrm>
            <a:off x="655303" y="5067173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10"/>
          </p:cNvPr>
          <p:cNvSpPr/>
          <p:nvPr/>
        </p:nvSpPr>
        <p:spPr>
          <a:xfrm>
            <a:off x="655303" y="5676757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>
            <a:hlinkClick r:id="rId11"/>
          </p:cNvPr>
          <p:cNvSpPr/>
          <p:nvPr/>
        </p:nvSpPr>
        <p:spPr>
          <a:xfrm>
            <a:off x="655303" y="6286342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>
            <a:hlinkClick r:id="rId12"/>
          </p:cNvPr>
          <p:cNvSpPr/>
          <p:nvPr/>
        </p:nvSpPr>
        <p:spPr>
          <a:xfrm>
            <a:off x="655303" y="6895927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2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341086"/>
            <a:ext cx="11338276" cy="1737316"/>
          </a:xfrm>
          <a:prstGeom prst="rect">
            <a:avLst/>
          </a:prstGeom>
        </p:spPr>
      </p:pic>
      <p:pic>
        <p:nvPicPr>
          <p:cNvPr id="4" name="Picture 3" descr="c2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509" y="1569680"/>
            <a:ext cx="3108882" cy="1280127"/>
          </a:xfrm>
          <a:prstGeom prst="rect">
            <a:avLst/>
          </a:prstGeom>
        </p:spPr>
      </p:pic>
      <p:pic>
        <p:nvPicPr>
          <p:cNvPr id="5" name="Picture 4" descr="c2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2865048"/>
            <a:ext cx="11338276" cy="1737316"/>
          </a:xfrm>
          <a:prstGeom prst="rect">
            <a:avLst/>
          </a:prstGeom>
        </p:spPr>
      </p:pic>
      <p:pic>
        <p:nvPicPr>
          <p:cNvPr id="6" name="Picture 5" descr="c2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0065" y="3169840"/>
            <a:ext cx="1356326" cy="1127731"/>
          </a:xfrm>
          <a:prstGeom prst="rect">
            <a:avLst/>
          </a:prstGeom>
        </p:spPr>
      </p:pic>
      <p:pic>
        <p:nvPicPr>
          <p:cNvPr id="7" name="Picture 6" descr="c2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09" y="4389010"/>
            <a:ext cx="11338276" cy="1737316"/>
          </a:xfrm>
          <a:prstGeom prst="rect">
            <a:avLst/>
          </a:prstGeom>
        </p:spPr>
      </p:pic>
      <p:pic>
        <p:nvPicPr>
          <p:cNvPr id="8" name="Picture 7" descr="c2_6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4282" y="4617604"/>
            <a:ext cx="2042108" cy="1203929"/>
          </a:xfrm>
          <a:prstGeom prst="rect">
            <a:avLst/>
          </a:prstGeom>
        </p:spPr>
      </p:pic>
      <p:sp>
        <p:nvSpPr>
          <p:cNvPr id="9" name="TextBox 8">
            <a:hlinkClick action="ppaction://hlinksldjump" r:id="rId9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3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07" y="1417284"/>
            <a:ext cx="5623419" cy="822939"/>
          </a:xfrm>
          <a:prstGeom prst="rect">
            <a:avLst/>
          </a:prstGeom>
        </p:spPr>
      </p:pic>
      <p:pic>
        <p:nvPicPr>
          <p:cNvPr id="4" name="Picture 3" descr="c3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" y="2026869"/>
            <a:ext cx="4404249" cy="822939"/>
          </a:xfrm>
          <a:prstGeom prst="rect">
            <a:avLst/>
          </a:prstGeom>
        </p:spPr>
      </p:pic>
      <p:pic>
        <p:nvPicPr>
          <p:cNvPr id="5" name="Picture 4" descr="c3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2636454"/>
            <a:ext cx="5013834" cy="822939"/>
          </a:xfrm>
          <a:prstGeom prst="rect">
            <a:avLst/>
          </a:prstGeom>
        </p:spPr>
      </p:pic>
      <p:pic>
        <p:nvPicPr>
          <p:cNvPr id="6" name="Picture 5" descr="c3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7" name="TextBox 6">
            <a:hlinkClick action="ppaction://hlinksldjump" r:id="rId7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4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2103067"/>
            <a:ext cx="5699617" cy="2804089"/>
          </a:xfrm>
          <a:prstGeom prst="rect">
            <a:avLst/>
          </a:prstGeom>
        </p:spPr>
      </p:pic>
      <p:pic>
        <p:nvPicPr>
          <p:cNvPr id="4" name="Picture 3" descr="c4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11" y="1722076"/>
            <a:ext cx="11566870" cy="4099457"/>
          </a:xfrm>
          <a:prstGeom prst="rect">
            <a:avLst/>
          </a:prstGeom>
        </p:spPr>
      </p:pic>
      <p:pic>
        <p:nvPicPr>
          <p:cNvPr id="5" name="Picture 4" descr="c4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6" name="TextBox 5">
            <a:hlinkClick action="ppaction://hlinksldjump" r:id="rId6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4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2103067"/>
            <a:ext cx="5699617" cy="2804089"/>
          </a:xfrm>
          <a:prstGeom prst="rect">
            <a:avLst/>
          </a:prstGeom>
        </p:spPr>
      </p:pic>
      <p:pic>
        <p:nvPicPr>
          <p:cNvPr id="4" name="Picture 3" descr="c5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" y="1722076"/>
            <a:ext cx="11490672" cy="4099457"/>
          </a:xfrm>
          <a:prstGeom prst="rect">
            <a:avLst/>
          </a:prstGeom>
        </p:spPr>
      </p:pic>
      <p:pic>
        <p:nvPicPr>
          <p:cNvPr id="5" name="Picture 4" descr="c5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6" name="TextBox 5">
            <a:hlinkClick action="ppaction://hlinksldjump" r:id="rId6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6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11" y="1112492"/>
            <a:ext cx="4099457" cy="4480447"/>
          </a:xfrm>
          <a:prstGeom prst="rect">
            <a:avLst/>
          </a:prstGeom>
        </p:spPr>
      </p:pic>
      <p:pic>
        <p:nvPicPr>
          <p:cNvPr id="4" name="Picture 3" descr="c6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217" y="1188690"/>
            <a:ext cx="4023259" cy="4404249"/>
          </a:xfrm>
          <a:prstGeom prst="rect">
            <a:avLst/>
          </a:prstGeom>
        </p:spPr>
      </p:pic>
      <p:pic>
        <p:nvPicPr>
          <p:cNvPr id="5" name="Picture 4" descr="c6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7924" y="1188690"/>
            <a:ext cx="4023259" cy="4328051"/>
          </a:xfrm>
          <a:prstGeom prst="rect">
            <a:avLst/>
          </a:prstGeom>
        </p:spPr>
      </p:pic>
      <p:pic>
        <p:nvPicPr>
          <p:cNvPr id="6" name="Picture 5" descr="c6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7" name="TextBox 6">
            <a:hlinkClick action="ppaction://hlinksldjump" r:id="rId7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7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341086"/>
            <a:ext cx="7299777" cy="1203929"/>
          </a:xfrm>
          <a:prstGeom prst="rect">
            <a:avLst/>
          </a:prstGeom>
        </p:spPr>
      </p:pic>
      <p:pic>
        <p:nvPicPr>
          <p:cNvPr id="4" name="Picture 3" descr="c7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" y="1569680"/>
            <a:ext cx="7299777" cy="1889712"/>
          </a:xfrm>
          <a:prstGeom prst="rect">
            <a:avLst/>
          </a:prstGeom>
        </p:spPr>
      </p:pic>
      <p:pic>
        <p:nvPicPr>
          <p:cNvPr id="5" name="Picture 4" descr="c7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3169840"/>
            <a:ext cx="7299777" cy="1203929"/>
          </a:xfrm>
          <a:prstGeom prst="rect">
            <a:avLst/>
          </a:prstGeom>
        </p:spPr>
      </p:pic>
      <p:pic>
        <p:nvPicPr>
          <p:cNvPr id="6" name="Picture 5" descr="c7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09" y="4084217"/>
            <a:ext cx="7299777" cy="1203929"/>
          </a:xfrm>
          <a:prstGeom prst="rect">
            <a:avLst/>
          </a:prstGeom>
        </p:spPr>
      </p:pic>
      <p:pic>
        <p:nvPicPr>
          <p:cNvPr id="7" name="Picture 6" descr="c7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8" name="TextBox 7">
            <a:hlinkClick action="ppaction://hlinksldjump" r:id="rId8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8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493482"/>
            <a:ext cx="6690192" cy="1432524"/>
          </a:xfrm>
          <a:prstGeom prst="rect">
            <a:avLst/>
          </a:prstGeom>
        </p:spPr>
      </p:pic>
      <p:pic>
        <p:nvPicPr>
          <p:cNvPr id="4" name="Picture 3" descr="c8_1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0320" y="3246038"/>
            <a:ext cx="1356326" cy="670543"/>
          </a:xfrm>
          <a:prstGeom prst="rect">
            <a:avLst/>
          </a:prstGeom>
        </p:spPr>
      </p:pic>
      <p:pic>
        <p:nvPicPr>
          <p:cNvPr id="5" name="Picture 4" descr="c8_2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897" y="1645878"/>
            <a:ext cx="5699617" cy="975335"/>
          </a:xfrm>
          <a:prstGeom prst="rect">
            <a:avLst/>
          </a:prstGeom>
        </p:spPr>
      </p:pic>
      <p:pic>
        <p:nvPicPr>
          <p:cNvPr id="6" name="Picture 5" descr="c8_2_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3132" y="2560255"/>
            <a:ext cx="822939" cy="1203929"/>
          </a:xfrm>
          <a:prstGeom prst="rect">
            <a:avLst/>
          </a:prstGeom>
        </p:spPr>
      </p:pic>
      <p:pic>
        <p:nvPicPr>
          <p:cNvPr id="7" name="Picture 6" descr="c8_2_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09" y="2636454"/>
            <a:ext cx="6690192" cy="1203929"/>
          </a:xfrm>
          <a:prstGeom prst="rect">
            <a:avLst/>
          </a:prstGeom>
        </p:spPr>
      </p:pic>
      <p:pic>
        <p:nvPicPr>
          <p:cNvPr id="8" name="Picture 7" descr="c8_3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709" y="3550831"/>
            <a:ext cx="6690192" cy="1203929"/>
          </a:xfrm>
          <a:prstGeom prst="rect">
            <a:avLst/>
          </a:prstGeom>
        </p:spPr>
      </p:pic>
      <p:pic>
        <p:nvPicPr>
          <p:cNvPr id="9" name="Picture 8" descr="c8_4_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0480" y="1569680"/>
            <a:ext cx="2270703" cy="1432524"/>
          </a:xfrm>
          <a:prstGeom prst="rect">
            <a:avLst/>
          </a:prstGeom>
        </p:spPr>
      </p:pic>
      <p:sp>
        <p:nvSpPr>
          <p:cNvPr id="10" name="TextBox 9">
            <a:hlinkClick action="ppaction://hlinksldjump" r:id="rId10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9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65" y="4160415"/>
            <a:ext cx="1584920" cy="2042108"/>
          </a:xfrm>
          <a:prstGeom prst="rect">
            <a:avLst/>
          </a:prstGeom>
        </p:spPr>
      </p:pic>
      <p:sp>
        <p:nvSpPr>
          <p:cNvPr id="4" name="Rectangle 3">
            <a:hlinkClick r:id="rId4"/>
          </p:cNvPr>
          <p:cNvSpPr/>
          <p:nvPr/>
        </p:nvSpPr>
        <p:spPr>
          <a:xfrm>
            <a:off x="655303" y="4724281"/>
            <a:ext cx="2523109" cy="7543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hlinkClick action="ppaction://hlinksldjump" r:id="rId5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10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341086"/>
            <a:ext cx="6233004" cy="1203929"/>
          </a:xfrm>
          <a:prstGeom prst="rect">
            <a:avLst/>
          </a:prstGeom>
        </p:spPr>
      </p:pic>
      <p:pic>
        <p:nvPicPr>
          <p:cNvPr id="4" name="Picture 3" descr="c10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" y="1569680"/>
            <a:ext cx="6233004" cy="1889712"/>
          </a:xfrm>
          <a:prstGeom prst="rect">
            <a:avLst/>
          </a:prstGeom>
        </p:spPr>
      </p:pic>
      <p:pic>
        <p:nvPicPr>
          <p:cNvPr id="5" name="Picture 4" descr="c10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3169840"/>
            <a:ext cx="6233004" cy="1203929"/>
          </a:xfrm>
          <a:prstGeom prst="rect">
            <a:avLst/>
          </a:prstGeom>
        </p:spPr>
      </p:pic>
      <p:pic>
        <p:nvPicPr>
          <p:cNvPr id="6" name="Picture 5" descr="c10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09" y="4084217"/>
            <a:ext cx="6233004" cy="1203929"/>
          </a:xfrm>
          <a:prstGeom prst="rect">
            <a:avLst/>
          </a:prstGeom>
        </p:spPr>
      </p:pic>
      <p:pic>
        <p:nvPicPr>
          <p:cNvPr id="7" name="Picture 6" descr="c10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8" name="TextBox 7">
            <a:hlinkClick action="ppaction://hlinksldjump" r:id="rId8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11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341086"/>
            <a:ext cx="11338276" cy="1737316"/>
          </a:xfrm>
          <a:prstGeom prst="rect">
            <a:avLst/>
          </a:prstGeom>
        </p:spPr>
      </p:pic>
      <p:pic>
        <p:nvPicPr>
          <p:cNvPr id="4" name="Picture 3" descr="c11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3867" y="1645878"/>
            <a:ext cx="1432524" cy="1127731"/>
          </a:xfrm>
          <a:prstGeom prst="rect">
            <a:avLst/>
          </a:prstGeom>
        </p:spPr>
      </p:pic>
      <p:pic>
        <p:nvPicPr>
          <p:cNvPr id="5" name="Picture 4" descr="c11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2865048"/>
            <a:ext cx="11338276" cy="1737316"/>
          </a:xfrm>
          <a:prstGeom prst="rect">
            <a:avLst/>
          </a:prstGeom>
        </p:spPr>
      </p:pic>
      <p:pic>
        <p:nvPicPr>
          <p:cNvPr id="6" name="Picture 5" descr="c11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3867" y="3169840"/>
            <a:ext cx="1432524" cy="1127731"/>
          </a:xfrm>
          <a:prstGeom prst="rect">
            <a:avLst/>
          </a:prstGeom>
        </p:spPr>
      </p:pic>
      <p:pic>
        <p:nvPicPr>
          <p:cNvPr id="7" name="Picture 6" descr="c11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09" y="4389010"/>
            <a:ext cx="11338276" cy="1737316"/>
          </a:xfrm>
          <a:prstGeom prst="rect">
            <a:avLst/>
          </a:prstGeom>
        </p:spPr>
      </p:pic>
      <p:pic>
        <p:nvPicPr>
          <p:cNvPr id="8" name="Picture 7" descr="c11_6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3867" y="4693802"/>
            <a:ext cx="1432524" cy="1127731"/>
          </a:xfrm>
          <a:prstGeom prst="rect">
            <a:avLst/>
          </a:prstGeom>
        </p:spPr>
      </p:pic>
      <p:sp>
        <p:nvSpPr>
          <p:cNvPr id="9" name="TextBox 8">
            <a:hlinkClick action="ppaction://hlinksldjump" r:id="rId9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12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417284"/>
            <a:ext cx="11338276" cy="1356326"/>
          </a:xfrm>
          <a:prstGeom prst="rect">
            <a:avLst/>
          </a:prstGeom>
        </p:spPr>
      </p:pic>
      <p:pic>
        <p:nvPicPr>
          <p:cNvPr id="4" name="Picture 3" descr="c12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623" y="1645878"/>
            <a:ext cx="1127731" cy="822939"/>
          </a:xfrm>
          <a:prstGeom prst="rect">
            <a:avLst/>
          </a:prstGeom>
        </p:spPr>
      </p:pic>
      <p:pic>
        <p:nvPicPr>
          <p:cNvPr id="5" name="Picture 4" descr="c12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2712652"/>
            <a:ext cx="11338276" cy="1356326"/>
          </a:xfrm>
          <a:prstGeom prst="rect">
            <a:avLst/>
          </a:prstGeom>
        </p:spPr>
      </p:pic>
      <p:pic>
        <p:nvPicPr>
          <p:cNvPr id="6" name="Picture 5" descr="c12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5623" y="2941246"/>
            <a:ext cx="1127731" cy="822939"/>
          </a:xfrm>
          <a:prstGeom prst="rect">
            <a:avLst/>
          </a:prstGeom>
        </p:spPr>
      </p:pic>
      <p:pic>
        <p:nvPicPr>
          <p:cNvPr id="7" name="Picture 6" descr="c12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09" y="4008019"/>
            <a:ext cx="11338276" cy="1356326"/>
          </a:xfrm>
          <a:prstGeom prst="rect">
            <a:avLst/>
          </a:prstGeom>
        </p:spPr>
      </p:pic>
      <p:pic>
        <p:nvPicPr>
          <p:cNvPr id="8" name="Picture 7" descr="c12_6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5368" y="4236614"/>
            <a:ext cx="1508722" cy="822939"/>
          </a:xfrm>
          <a:prstGeom prst="rect">
            <a:avLst/>
          </a:prstGeom>
        </p:spPr>
      </p:pic>
      <p:pic>
        <p:nvPicPr>
          <p:cNvPr id="9" name="Picture 8" descr="c12_7_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5528" y="45718"/>
            <a:ext cx="4099457" cy="1661118"/>
          </a:xfrm>
          <a:prstGeom prst="rect">
            <a:avLst/>
          </a:prstGeom>
        </p:spPr>
      </p:pic>
      <p:sp>
        <p:nvSpPr>
          <p:cNvPr id="10" name="TextBox 9">
            <a:hlinkClick action="ppaction://hlinksldjump" r:id="rId10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13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2636454"/>
            <a:ext cx="6842588" cy="1203929"/>
          </a:xfrm>
          <a:prstGeom prst="rect">
            <a:avLst/>
          </a:prstGeom>
        </p:spPr>
      </p:pic>
      <p:pic>
        <p:nvPicPr>
          <p:cNvPr id="4" name="Picture 3" descr="c13_1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084" y="3550831"/>
            <a:ext cx="1965910" cy="2499297"/>
          </a:xfrm>
          <a:prstGeom prst="rect">
            <a:avLst/>
          </a:prstGeom>
        </p:spPr>
      </p:pic>
      <p:sp>
        <p:nvSpPr>
          <p:cNvPr id="5" name="TextBox 4">
            <a:hlinkClick action="ppaction://hlinksldjump" r:id="rId5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