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slide" Target="slide7.xml"/><Relationship Id="rId7" Type="http://schemas.openxmlformats.org/officeDocument/2006/relationships/slide" Target="slide8.xml"/><Relationship Id="rId8" Type="http://schemas.openxmlformats.org/officeDocument/2006/relationships/hyperlink" Target="https://classtools1020.github.io/temp/thermo.html#see" TargetMode="External"/><Relationship Id="rId9" Type="http://schemas.openxmlformats.org/officeDocument/2006/relationships/slide" Target="slide10.xml"/><Relationship Id="rId10" Type="http://schemas.openxmlformats.org/officeDocument/2006/relationships/hyperlink" Target="https://classtools1020.github.io/temp/files/T3-print.pdf" TargetMode="External"/><Relationship Id="rId11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0.jpg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2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Relationship Id="rId6" Type="http://schemas.openxmlformats.org/officeDocument/2006/relationships/image" Target="../media/image27.jpg"/><Relationship Id="rId7" Type="http://schemas.openxmlformats.org/officeDocument/2006/relationships/image" Target="../media/image28.jpg"/><Relationship Id="rId8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Relationship Id="rId6" Type="http://schemas.openxmlformats.org/officeDocument/2006/relationships/image" Target="../media/image33.jpg"/><Relationship Id="rId7" Type="http://schemas.openxmlformats.org/officeDocument/2006/relationships/image" Target="../media/image34.jpg"/><Relationship Id="rId8" Type="http://schemas.openxmlformats.org/officeDocument/2006/relationships/image" Target="../media/image35.jpg"/><Relationship Id="rId9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hyperlink" Target="https://classtools1020.github.io/temp/thermo.html#see" TargetMode="External"/><Relationship Id="rId5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Relationship Id="rId4" Type="http://schemas.openxmlformats.org/officeDocument/2006/relationships/image" Target="../media/image40.jpg"/><Relationship Id="rId5" Type="http://schemas.openxmlformats.org/officeDocument/2006/relationships/image" Target="../media/image41.jpg"/><Relationship Id="rId6" Type="http://schemas.openxmlformats.org/officeDocument/2006/relationships/image" Target="../media/image42.jpg"/><Relationship Id="rId7" Type="http://schemas.openxmlformats.org/officeDocument/2006/relationships/image" Target="../media/image43.jpg"/><Relationship Id="rId8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Relationship Id="rId6" Type="http://schemas.openxmlformats.org/officeDocument/2006/relationships/image" Target="../media/image48.jpg"/><Relationship Id="rId7" Type="http://schemas.openxmlformats.org/officeDocument/2006/relationships/image" Target="../media/image49.jpg"/><Relationship Id="rId8" Type="http://schemas.openxmlformats.org/officeDocument/2006/relationships/image" Target="../media/image50.jpg"/><Relationship Id="rId9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Relationship Id="rId7" Type="http://schemas.openxmlformats.org/officeDocument/2006/relationships/image" Target="../media/image56.jpg"/><Relationship Id="rId8" Type="http://schemas.openxmlformats.org/officeDocument/2006/relationships/image" Target="../media/image57.jpg"/><Relationship Id="rId9" Type="http://schemas.openxmlformats.org/officeDocument/2006/relationships/image" Target="../media/image58.jpg"/><Relationship Id="rId10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60.jpg"/><Relationship Id="rId4" Type="http://schemas.openxmlformats.org/officeDocument/2006/relationships/image" Target="../media/image61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42309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action="ppaction://hlinksldjump"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>
            <a:hlinkClick r:id="rId11"/>
          </p:cNvPr>
          <p:cNvSpPr/>
          <p:nvPr/>
        </p:nvSpPr>
        <p:spPr>
          <a:xfrm>
            <a:off x="655303" y="6286342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7509" y="1569680"/>
            <a:ext cx="3108882" cy="1280127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2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9074" y="3169840"/>
            <a:ext cx="1737316" cy="1127731"/>
          </a:xfrm>
          <a:prstGeom prst="rect">
            <a:avLst/>
          </a:prstGeom>
        </p:spPr>
      </p:pic>
      <p:pic>
        <p:nvPicPr>
          <p:cNvPr id="7" name="Picture 6" descr="c2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2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4282" y="4617604"/>
            <a:ext cx="2042108" cy="1203929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11" y="1722076"/>
            <a:ext cx="11566870" cy="4099457"/>
          </a:xfrm>
          <a:prstGeom prst="rect">
            <a:avLst/>
          </a:prstGeom>
        </p:spPr>
      </p:pic>
      <p:pic>
        <p:nvPicPr>
          <p:cNvPr id="5" name="Picture 4" descr="c3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103067"/>
            <a:ext cx="5699617" cy="280408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22076"/>
            <a:ext cx="11490672" cy="4099457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7299777" cy="1203929"/>
          </a:xfrm>
          <a:prstGeom prst="rect">
            <a:avLst/>
          </a:prstGeom>
        </p:spPr>
      </p:pic>
      <p:pic>
        <p:nvPicPr>
          <p:cNvPr id="4" name="Picture 3" descr="c6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7299777" cy="1889712"/>
          </a:xfrm>
          <a:prstGeom prst="rect">
            <a:avLst/>
          </a:prstGeom>
        </p:spPr>
      </p:pic>
      <p:pic>
        <p:nvPicPr>
          <p:cNvPr id="5" name="Picture 4" descr="c6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7299777" cy="1203929"/>
          </a:xfrm>
          <a:prstGeom prst="rect">
            <a:avLst/>
          </a:prstGeom>
        </p:spPr>
      </p:pic>
      <p:pic>
        <p:nvPicPr>
          <p:cNvPr id="6" name="Picture 5" descr="c6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7299777" cy="1203929"/>
          </a:xfrm>
          <a:prstGeom prst="rect">
            <a:avLst/>
          </a:prstGeom>
        </p:spPr>
      </p:pic>
      <p:pic>
        <p:nvPicPr>
          <p:cNvPr id="7" name="Picture 6" descr="c6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93482"/>
            <a:ext cx="6690192" cy="1203929"/>
          </a:xfrm>
          <a:prstGeom prst="rect">
            <a:avLst/>
          </a:prstGeom>
        </p:spPr>
      </p:pic>
      <p:pic>
        <p:nvPicPr>
          <p:cNvPr id="4" name="Picture 3" descr="c7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0320" y="3246038"/>
            <a:ext cx="1356326" cy="670543"/>
          </a:xfrm>
          <a:prstGeom prst="rect">
            <a:avLst/>
          </a:prstGeom>
        </p:spPr>
      </p:pic>
      <p:pic>
        <p:nvPicPr>
          <p:cNvPr id="5" name="Picture 4" descr="c7_2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1722076"/>
            <a:ext cx="6690192" cy="1889712"/>
          </a:xfrm>
          <a:prstGeom prst="rect">
            <a:avLst/>
          </a:prstGeom>
        </p:spPr>
      </p:pic>
      <p:pic>
        <p:nvPicPr>
          <p:cNvPr id="6" name="Picture 5" descr="c7_2_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32" y="2560255"/>
            <a:ext cx="822939" cy="1203929"/>
          </a:xfrm>
          <a:prstGeom prst="rect">
            <a:avLst/>
          </a:prstGeom>
        </p:spPr>
      </p:pic>
      <p:pic>
        <p:nvPicPr>
          <p:cNvPr id="7" name="Picture 6" descr="c7_3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3322236"/>
            <a:ext cx="6690192" cy="1203929"/>
          </a:xfrm>
          <a:prstGeom prst="rect">
            <a:avLst/>
          </a:prstGeom>
        </p:spPr>
      </p:pic>
      <p:pic>
        <p:nvPicPr>
          <p:cNvPr id="8" name="Picture 7" descr="c7_4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0480" y="1569680"/>
            <a:ext cx="2270703" cy="143252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569680"/>
            <a:ext cx="6233004" cy="1889712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867" y="1645878"/>
            <a:ext cx="1432524" cy="1127731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3867" y="3169840"/>
            <a:ext cx="1432524" cy="1127731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10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03867" y="4693802"/>
            <a:ext cx="1432524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1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5623" y="1645878"/>
            <a:ext cx="1127731" cy="822939"/>
          </a:xfrm>
          <a:prstGeom prst="rect">
            <a:avLst/>
          </a:prstGeom>
        </p:spPr>
      </p:pic>
      <p:pic>
        <p:nvPicPr>
          <p:cNvPr id="5" name="Picture 4" descr="c11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1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5623" y="2941246"/>
            <a:ext cx="1127731" cy="822939"/>
          </a:xfrm>
          <a:prstGeom prst="rect">
            <a:avLst/>
          </a:prstGeom>
        </p:spPr>
      </p:pic>
      <p:pic>
        <p:nvPicPr>
          <p:cNvPr id="7" name="Picture 6" descr="c11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008019"/>
            <a:ext cx="11338276" cy="1356326"/>
          </a:xfrm>
          <a:prstGeom prst="rect">
            <a:avLst/>
          </a:prstGeom>
        </p:spPr>
      </p:pic>
      <p:pic>
        <p:nvPicPr>
          <p:cNvPr id="8" name="Picture 7" descr="c11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793" y="4236614"/>
            <a:ext cx="1432524" cy="822939"/>
          </a:xfrm>
          <a:prstGeom prst="rect">
            <a:avLst/>
          </a:prstGeom>
        </p:spPr>
      </p:pic>
      <p:pic>
        <p:nvPicPr>
          <p:cNvPr id="9" name="Picture 8" descr="c11_7_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10" name="TextBox 9">
            <a:hlinkClick action="ppaction://hlinksldjump" r:id="rId10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4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80127"/>
          </a:xfrm>
          <a:prstGeom prst="rect">
            <a:avLst/>
          </a:prstGeom>
        </p:spPr>
      </p:pic>
      <p:pic>
        <p:nvPicPr>
          <p:cNvPr id="4" name="Picture 3" descr="c12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