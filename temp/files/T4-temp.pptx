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hyperlink" Target="https://classtools1020.github.io/games/checkin.html" TargetMode="Externa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5.xml"/><Relationship Id="rId7" Type="http://schemas.openxmlformats.org/officeDocument/2006/relationships/slide" Target="slide8.xml"/><Relationship Id="rId8" Type="http://schemas.openxmlformats.org/officeDocument/2006/relationships/hyperlink" Target="https://classtools1020.github.io/temp/dispenser.html" TargetMode="External"/><Relationship Id="rId9" Type="http://schemas.openxmlformats.org/officeDocument/2006/relationships/hyperlink" Target="https://classtools1020.github.io/temp/dispenser.html#card" TargetMode="External"/><Relationship Id="rId10" Type="http://schemas.openxmlformats.org/officeDocument/2006/relationships/hyperlink" Target="https://classtools1020.github.io/temp/files/T4-print.pdf" TargetMode="External"/><Relationship Id="rId11" Type="http://schemas.openxmlformats.org/officeDocument/2006/relationships/hyperlink" Target="https://classtools1020.github.io/games/checkin.html#en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Relationship Id="rId6" Type="http://schemas.openxmlformats.org/officeDocument/2006/relationships/image" Target="../media/image8.jpg"/><Relationship Id="rId7" Type="http://schemas.openxmlformats.org/officeDocument/2006/relationships/image" Target="../media/image9.jpg"/><Relationship Id="rId8" Type="http://schemas.openxmlformats.org/officeDocument/2006/relationships/image" Target="../media/image10.jpg"/><Relationship Id="rId9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jpg"/><Relationship Id="rId5" Type="http://schemas.openxmlformats.org/officeDocument/2006/relationships/image" Target="../media/image14.jpg"/><Relationship Id="rId6" Type="http://schemas.openxmlformats.org/officeDocument/2006/relationships/image" Target="../media/image15.jpg"/><Relationship Id="rId7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Relationship Id="rId6" Type="http://schemas.openxmlformats.org/officeDocument/2006/relationships/image" Target="../media/image20.jpg"/><Relationship Id="rId7" Type="http://schemas.openxmlformats.org/officeDocument/2006/relationships/image" Target="../media/image21.jpg"/><Relationship Id="rId8" Type="http://schemas.openxmlformats.org/officeDocument/2006/relationships/image" Target="../media/image22.jpg"/><Relationship Id="rId9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4.jpg"/><Relationship Id="rId4" Type="http://schemas.openxmlformats.org/officeDocument/2006/relationships/image" Target="../media/image25.jpg"/><Relationship Id="rId5" Type="http://schemas.openxmlformats.org/officeDocument/2006/relationships/image" Target="../media/image26.jpg"/><Relationship Id="rId6" Type="http://schemas.openxmlformats.org/officeDocument/2006/relationships/image" Target="../media/image27.jpg"/><Relationship Id="rId7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image" Target="../media/image29.jpg"/><Relationship Id="rId4" Type="http://schemas.openxmlformats.org/officeDocument/2006/relationships/image" Target="../media/image30.jpg"/><Relationship Id="rId5" Type="http://schemas.openxmlformats.org/officeDocument/2006/relationships/image" Target="../media/image31.jpg"/><Relationship Id="rId6" Type="http://schemas.openxmlformats.org/officeDocument/2006/relationships/image" Target="../media/image32.jpg"/><Relationship Id="rId7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image" Target="../media/image34.jpg"/><Relationship Id="rId4" Type="http://schemas.openxmlformats.org/officeDocument/2006/relationships/image" Target="../media/image35.jpg"/><Relationship Id="rId5" Type="http://schemas.openxmlformats.org/officeDocument/2006/relationships/image" Target="../media/image36.jpg"/><Relationship Id="rId6" Type="http://schemas.openxmlformats.org/officeDocument/2006/relationships/image" Target="../media/image37.jpg"/><Relationship Id="rId7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39.jpg"/><Relationship Id="rId4" Type="http://schemas.openxmlformats.org/officeDocument/2006/relationships/hyperlink" Target="https://classtools1020.github.io/temp/dispenser.html" TargetMode="External"/><Relationship Id="rId5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image" Target="../media/image41.jpg"/><Relationship Id="rId4" Type="http://schemas.openxmlformats.org/officeDocument/2006/relationships/hyperlink" Target="https://classtools1020.github.io/temp/dispenser.html#card" TargetMode="External"/><Relationship Id="rId5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image" Target="../media/image43.jpg"/><Relationship Id="rId4" Type="http://schemas.openxmlformats.org/officeDocument/2006/relationships/image" Target="../media/image44.jpg"/><Relationship Id="rId5" Type="http://schemas.openxmlformats.org/officeDocument/2006/relationships/image" Target="../media/image45.jpg"/><Relationship Id="rId6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image" Target="../media/image47.jpg"/><Relationship Id="rId4" Type="http://schemas.openxmlformats.org/officeDocument/2006/relationships/image" Target="../media/image48.jpg"/><Relationship Id="rId5" Type="http://schemas.openxmlformats.org/officeDocument/2006/relationships/image" Target="../media/image49.jpg"/><Relationship Id="rId6" Type="http://schemas.openxmlformats.org/officeDocument/2006/relationships/image" Target="../media/image50.jpg"/><Relationship Id="rId7" Type="http://schemas.openxmlformats.org/officeDocument/2006/relationships/image" Target="../media/image51.jpg"/><Relationship Id="rId8" Type="http://schemas.openxmlformats.org/officeDocument/2006/relationships/image" Target="../media/image52.jpg"/><Relationship Id="rId9" Type="http://schemas.openxmlformats.org/officeDocument/2006/relationships/image" Target="../media/image53.jpg"/><Relationship Id="rId10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image" Target="../media/image55.jpg"/><Relationship Id="rId4" Type="http://schemas.openxmlformats.org/officeDocument/2006/relationships/image" Target="../media/image56.jpg"/><Relationship Id="rId5" Type="http://schemas.openxmlformats.org/officeDocument/2006/relationships/slide" Target="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0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2876" y="3931821"/>
            <a:ext cx="1889712" cy="2270703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655303" y="1409664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action="ppaction://hlinksldjump" r:id="rId4"/>
          </p:cNvPr>
          <p:cNvSpPr/>
          <p:nvPr/>
        </p:nvSpPr>
        <p:spPr>
          <a:xfrm>
            <a:off x="655303" y="2019249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action="ppaction://hlinksldjump" r:id="rId5"/>
          </p:cNvPr>
          <p:cNvSpPr/>
          <p:nvPr/>
        </p:nvSpPr>
        <p:spPr>
          <a:xfrm>
            <a:off x="655303" y="2628834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action="ppaction://hlinksldjump" r:id="rId6"/>
          </p:cNvPr>
          <p:cNvSpPr/>
          <p:nvPr/>
        </p:nvSpPr>
        <p:spPr>
          <a:xfrm>
            <a:off x="655303" y="3238418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action="ppaction://hlinksldjump" r:id="rId7"/>
          </p:cNvPr>
          <p:cNvSpPr/>
          <p:nvPr/>
        </p:nvSpPr>
        <p:spPr>
          <a:xfrm>
            <a:off x="655303" y="3848003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hlinkClick r:id="rId8"/>
          </p:cNvPr>
          <p:cNvSpPr/>
          <p:nvPr/>
        </p:nvSpPr>
        <p:spPr>
          <a:xfrm>
            <a:off x="655303" y="4457588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>
            <a:hlinkClick r:id="rId9"/>
          </p:cNvPr>
          <p:cNvSpPr/>
          <p:nvPr/>
        </p:nvSpPr>
        <p:spPr>
          <a:xfrm>
            <a:off x="655303" y="5067173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r:id="rId10"/>
          </p:cNvPr>
          <p:cNvSpPr/>
          <p:nvPr/>
        </p:nvSpPr>
        <p:spPr>
          <a:xfrm>
            <a:off x="655303" y="5676757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>
            <a:hlinkClick r:id="rId11"/>
          </p:cNvPr>
          <p:cNvSpPr/>
          <p:nvPr/>
        </p:nvSpPr>
        <p:spPr>
          <a:xfrm>
            <a:off x="655303" y="6286342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2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11338276" cy="1737316"/>
          </a:xfrm>
          <a:prstGeom prst="rect">
            <a:avLst/>
          </a:prstGeom>
        </p:spPr>
      </p:pic>
      <p:pic>
        <p:nvPicPr>
          <p:cNvPr id="4" name="Picture 3" descr="c2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0065" y="1645878"/>
            <a:ext cx="1356326" cy="1127731"/>
          </a:xfrm>
          <a:prstGeom prst="rect">
            <a:avLst/>
          </a:prstGeom>
        </p:spPr>
      </p:pic>
      <p:pic>
        <p:nvPicPr>
          <p:cNvPr id="5" name="Picture 4" descr="c2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865048"/>
            <a:ext cx="11338276" cy="1737316"/>
          </a:xfrm>
          <a:prstGeom prst="rect">
            <a:avLst/>
          </a:prstGeom>
        </p:spPr>
      </p:pic>
      <p:pic>
        <p:nvPicPr>
          <p:cNvPr id="6" name="Picture 5" descr="c2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0065" y="3169840"/>
            <a:ext cx="1356326" cy="1127731"/>
          </a:xfrm>
          <a:prstGeom prst="rect">
            <a:avLst/>
          </a:prstGeom>
        </p:spPr>
      </p:pic>
      <p:pic>
        <p:nvPicPr>
          <p:cNvPr id="7" name="Picture 6" descr="c2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389010"/>
            <a:ext cx="11338276" cy="1737316"/>
          </a:xfrm>
          <a:prstGeom prst="rect">
            <a:avLst/>
          </a:prstGeom>
        </p:spPr>
      </p:pic>
      <p:pic>
        <p:nvPicPr>
          <p:cNvPr id="8" name="Picture 7" descr="c2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80065" y="4693802"/>
            <a:ext cx="1356326" cy="1127731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3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417284"/>
            <a:ext cx="1965910" cy="822939"/>
          </a:xfrm>
          <a:prstGeom prst="rect">
            <a:avLst/>
          </a:prstGeom>
        </p:spPr>
      </p:pic>
      <p:pic>
        <p:nvPicPr>
          <p:cNvPr id="4" name="Picture 3" descr="c3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2026869"/>
            <a:ext cx="1965910" cy="822939"/>
          </a:xfrm>
          <a:prstGeom prst="rect">
            <a:avLst/>
          </a:prstGeom>
        </p:spPr>
      </p:pic>
      <p:pic>
        <p:nvPicPr>
          <p:cNvPr id="5" name="Picture 4" descr="c3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636454"/>
            <a:ext cx="1965910" cy="822939"/>
          </a:xfrm>
          <a:prstGeom prst="rect">
            <a:avLst/>
          </a:prstGeom>
        </p:spPr>
      </p:pic>
      <p:pic>
        <p:nvPicPr>
          <p:cNvPr id="6" name="Picture 5" descr="c3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4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6233004" cy="1203929"/>
          </a:xfrm>
          <a:prstGeom prst="rect">
            <a:avLst/>
          </a:prstGeom>
        </p:spPr>
      </p:pic>
      <p:pic>
        <p:nvPicPr>
          <p:cNvPr id="4" name="Picture 3" descr="c4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1569680"/>
            <a:ext cx="6233004" cy="1889712"/>
          </a:xfrm>
          <a:prstGeom prst="rect">
            <a:avLst/>
          </a:prstGeom>
        </p:spPr>
      </p:pic>
      <p:pic>
        <p:nvPicPr>
          <p:cNvPr id="5" name="Picture 4" descr="c4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3169840"/>
            <a:ext cx="6233004" cy="1203929"/>
          </a:xfrm>
          <a:prstGeom prst="rect">
            <a:avLst/>
          </a:prstGeom>
        </p:spPr>
      </p:pic>
      <p:pic>
        <p:nvPicPr>
          <p:cNvPr id="6" name="Picture 5" descr="c4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09" y="4084217"/>
            <a:ext cx="6233004" cy="1203929"/>
          </a:xfrm>
          <a:prstGeom prst="rect">
            <a:avLst/>
          </a:prstGeom>
        </p:spPr>
      </p:pic>
      <p:pic>
        <p:nvPicPr>
          <p:cNvPr id="7" name="Picture 6" descr="c4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998594"/>
            <a:ext cx="6233004" cy="1203929"/>
          </a:xfrm>
          <a:prstGeom prst="rect">
            <a:avLst/>
          </a:prstGeom>
        </p:spPr>
      </p:pic>
      <p:pic>
        <p:nvPicPr>
          <p:cNvPr id="8" name="Picture 7" descr="c4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5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198" y="1722076"/>
            <a:ext cx="899137" cy="822939"/>
          </a:xfrm>
          <a:prstGeom prst="rect">
            <a:avLst/>
          </a:prstGeom>
        </p:spPr>
      </p:pic>
      <p:pic>
        <p:nvPicPr>
          <p:cNvPr id="4" name="Picture 3" descr="c5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198" y="2865048"/>
            <a:ext cx="899137" cy="746741"/>
          </a:xfrm>
          <a:prstGeom prst="rect">
            <a:avLst/>
          </a:prstGeom>
        </p:spPr>
      </p:pic>
      <p:pic>
        <p:nvPicPr>
          <p:cNvPr id="5" name="Picture 4" descr="c5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198" y="4008019"/>
            <a:ext cx="899137" cy="746741"/>
          </a:xfrm>
          <a:prstGeom prst="rect">
            <a:avLst/>
          </a:prstGeom>
        </p:spPr>
      </p:pic>
      <p:pic>
        <p:nvPicPr>
          <p:cNvPr id="6" name="Picture 5" descr="c5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6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2076" y="2103067"/>
            <a:ext cx="1661118" cy="2118307"/>
          </a:xfrm>
          <a:prstGeom prst="rect">
            <a:avLst/>
          </a:prstGeom>
        </p:spPr>
      </p:pic>
      <p:pic>
        <p:nvPicPr>
          <p:cNvPr id="4" name="Picture 3" descr="c6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5368" y="960095"/>
            <a:ext cx="1661118" cy="3261278"/>
          </a:xfrm>
          <a:prstGeom prst="rect">
            <a:avLst/>
          </a:prstGeom>
        </p:spPr>
      </p:pic>
      <p:pic>
        <p:nvPicPr>
          <p:cNvPr id="5" name="Picture 4" descr="c6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61055" y="2103067"/>
            <a:ext cx="1630639" cy="2118307"/>
          </a:xfrm>
          <a:prstGeom prst="rect">
            <a:avLst/>
          </a:prstGeom>
        </p:spPr>
      </p:pic>
      <p:pic>
        <p:nvPicPr>
          <p:cNvPr id="6" name="Picture 5" descr="c6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1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1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7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888" y="1645878"/>
            <a:ext cx="1584920" cy="1584920"/>
          </a:xfrm>
          <a:prstGeom prst="rect">
            <a:avLst/>
          </a:prstGeom>
        </p:spPr>
      </p:pic>
      <p:pic>
        <p:nvPicPr>
          <p:cNvPr id="4" name="Picture 3" descr="c7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1981" y="1645878"/>
            <a:ext cx="1584920" cy="1584920"/>
          </a:xfrm>
          <a:prstGeom prst="rect">
            <a:avLst/>
          </a:prstGeom>
        </p:spPr>
      </p:pic>
      <p:pic>
        <p:nvPicPr>
          <p:cNvPr id="5" name="Picture 4" descr="c7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99074" y="1645878"/>
            <a:ext cx="1584920" cy="1584920"/>
          </a:xfrm>
          <a:prstGeom prst="rect">
            <a:avLst/>
          </a:prstGeom>
        </p:spPr>
      </p:pic>
      <p:pic>
        <p:nvPicPr>
          <p:cNvPr id="6" name="Picture 5" descr="c7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8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0065" y="4160415"/>
            <a:ext cx="1584920" cy="2042108"/>
          </a:xfrm>
          <a:prstGeom prst="rect">
            <a:avLst/>
          </a:prstGeom>
        </p:spPr>
      </p:pic>
      <p:sp>
        <p:nvSpPr>
          <p:cNvPr id="4" name="Rectangle 3">
            <a:hlinkClick r:id="rId4"/>
          </p:cNvPr>
          <p:cNvSpPr/>
          <p:nvPr/>
        </p:nvSpPr>
        <p:spPr>
          <a:xfrm>
            <a:off x="655303" y="4724281"/>
            <a:ext cx="2218317" cy="75436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9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0065" y="4160415"/>
            <a:ext cx="1584920" cy="2042108"/>
          </a:xfrm>
          <a:prstGeom prst="rect">
            <a:avLst/>
          </a:prstGeom>
        </p:spPr>
      </p:pic>
      <p:sp>
        <p:nvSpPr>
          <p:cNvPr id="4" name="Rectangle 3">
            <a:hlinkClick r:id="rId4"/>
          </p:cNvPr>
          <p:cNvSpPr/>
          <p:nvPr/>
        </p:nvSpPr>
        <p:spPr>
          <a:xfrm>
            <a:off x="655303" y="4724281"/>
            <a:ext cx="2218317" cy="75436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0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103067"/>
            <a:ext cx="5699617" cy="2804089"/>
          </a:xfrm>
          <a:prstGeom prst="rect">
            <a:avLst/>
          </a:prstGeom>
        </p:spPr>
      </p:pic>
      <p:pic>
        <p:nvPicPr>
          <p:cNvPr id="4" name="Picture 3" descr="c10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511" y="1722076"/>
            <a:ext cx="11566870" cy="4099457"/>
          </a:xfrm>
          <a:prstGeom prst="rect">
            <a:avLst/>
          </a:prstGeom>
        </p:spPr>
      </p:pic>
      <p:pic>
        <p:nvPicPr>
          <p:cNvPr id="5" name="Picture 4" descr="c10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6" name="TextBox 5">
            <a:hlinkClick action="ppaction://hlinksldjump" r:id="rId6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1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417284"/>
            <a:ext cx="11338276" cy="1356326"/>
          </a:xfrm>
          <a:prstGeom prst="rect">
            <a:avLst/>
          </a:prstGeom>
        </p:spPr>
      </p:pic>
      <p:pic>
        <p:nvPicPr>
          <p:cNvPr id="4" name="Picture 3" descr="c11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7029" y="1645878"/>
            <a:ext cx="1508722" cy="822939"/>
          </a:xfrm>
          <a:prstGeom prst="rect">
            <a:avLst/>
          </a:prstGeom>
        </p:spPr>
      </p:pic>
      <p:pic>
        <p:nvPicPr>
          <p:cNvPr id="5" name="Picture 4" descr="c11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712652"/>
            <a:ext cx="11338276" cy="1356326"/>
          </a:xfrm>
          <a:prstGeom prst="rect">
            <a:avLst/>
          </a:prstGeom>
        </p:spPr>
      </p:pic>
      <p:pic>
        <p:nvPicPr>
          <p:cNvPr id="6" name="Picture 5" descr="c11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55623" y="2941246"/>
            <a:ext cx="1508722" cy="822939"/>
          </a:xfrm>
          <a:prstGeom prst="rect">
            <a:avLst/>
          </a:prstGeom>
        </p:spPr>
      </p:pic>
      <p:pic>
        <p:nvPicPr>
          <p:cNvPr id="7" name="Picture 6" descr="c11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008019"/>
            <a:ext cx="11338276" cy="1356326"/>
          </a:xfrm>
          <a:prstGeom prst="rect">
            <a:avLst/>
          </a:prstGeom>
        </p:spPr>
      </p:pic>
      <p:pic>
        <p:nvPicPr>
          <p:cNvPr id="8" name="Picture 7" descr="c11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08019" y="4236614"/>
            <a:ext cx="1508722" cy="822939"/>
          </a:xfrm>
          <a:prstGeom prst="rect">
            <a:avLst/>
          </a:prstGeom>
        </p:spPr>
      </p:pic>
      <p:pic>
        <p:nvPicPr>
          <p:cNvPr id="9" name="Picture 8" descr="c11_7_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65528" y="45718"/>
            <a:ext cx="4099457" cy="1661118"/>
          </a:xfrm>
          <a:prstGeom prst="rect">
            <a:avLst/>
          </a:prstGeom>
        </p:spPr>
      </p:pic>
      <p:sp>
        <p:nvSpPr>
          <p:cNvPr id="10" name="TextBox 9">
            <a:hlinkClick action="ppaction://hlinksldjump" r:id="rId10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2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636454"/>
            <a:ext cx="6842588" cy="1280127"/>
          </a:xfrm>
          <a:prstGeom prst="rect">
            <a:avLst/>
          </a:prstGeom>
        </p:spPr>
      </p:pic>
      <p:pic>
        <p:nvPicPr>
          <p:cNvPr id="4" name="Picture 3" descr="c12_1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084" y="3550831"/>
            <a:ext cx="1965910" cy="2499297"/>
          </a:xfrm>
          <a:prstGeom prst="rect">
            <a:avLst/>
          </a:prstGeom>
        </p:spPr>
      </p:pic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