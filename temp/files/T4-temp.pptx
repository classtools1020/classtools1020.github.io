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?team=&#28331;&#24230;&#29305;&#21220;&#38538;&amp;back=t4.html%233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8.xml"/><Relationship Id="rId8" Type="http://schemas.openxmlformats.org/officeDocument/2006/relationships/hyperlink" Target="https://classtools1020.github.io/temp/dispenser.html" TargetMode="External"/><Relationship Id="rId9" Type="http://schemas.openxmlformats.org/officeDocument/2006/relationships/hyperlink" Target="https://classtools1020.github.io/temp/dispenser.html#card" TargetMode="External"/><Relationship Id="rId10" Type="http://schemas.openxmlformats.org/officeDocument/2006/relationships/hyperlink" Target="https://classtools1020.github.io/temp/files/T4-print.pdf" TargetMode="External"/><Relationship Id="rId11" Type="http://schemas.openxmlformats.org/officeDocument/2006/relationships/hyperlink" Target="https://classtools1020.github.io/games/checkin.html?team=&#28331;&#24230;&#29305;&#21220;&#38538;&amp;back=t4.html%233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Relationship Id="rId6" Type="http://schemas.openxmlformats.org/officeDocument/2006/relationships/image" Target="../media/image32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image" Target="../media/image37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hyperlink" Target="https://classtools1020.github.io/temp/dispenser.html" TargetMode="Externa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hyperlink" Target="https://classtools1020.github.io/temp/dispenser.html#card" TargetMode="External"/><Relationship Id="rId5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Relationship Id="rId7" Type="http://schemas.openxmlformats.org/officeDocument/2006/relationships/image" Target="../media/image51.jpg"/><Relationship Id="rId8" Type="http://schemas.openxmlformats.org/officeDocument/2006/relationships/image" Target="../media/image52.jpg"/><Relationship Id="rId9" Type="http://schemas.openxmlformats.org/officeDocument/2006/relationships/image" Target="../media/image53.jpg"/><Relationship Id="rId10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55.jpg"/><Relationship Id="rId4" Type="http://schemas.openxmlformats.org/officeDocument/2006/relationships/image" Target="../media/image56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965910" cy="82293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1965910" cy="822939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636454"/>
            <a:ext cx="1965910" cy="822939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198" y="1722076"/>
            <a:ext cx="899137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198" y="2865048"/>
            <a:ext cx="899137" cy="74674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198" y="4008019"/>
            <a:ext cx="899137" cy="74674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076" y="2103067"/>
            <a:ext cx="1661118" cy="2118307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5368" y="960095"/>
            <a:ext cx="1661118" cy="3261278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7253" y="2103067"/>
            <a:ext cx="1554441" cy="2118307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88" y="1645878"/>
            <a:ext cx="1584920" cy="1584920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981" y="1645878"/>
            <a:ext cx="1584920" cy="1584920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1471" y="1645878"/>
            <a:ext cx="1584920" cy="1584920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218317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218317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7029" y="1645878"/>
            <a:ext cx="1508722" cy="822939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5623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8019" y="4236614"/>
            <a:ext cx="1508722" cy="822939"/>
          </a:xfrm>
          <a:prstGeom prst="rect">
            <a:avLst/>
          </a:prstGeom>
        </p:spPr>
      </p:pic>
      <p:pic>
        <p:nvPicPr>
          <p:cNvPr id="9" name="Picture 8" descr="c11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80127"/>
          </a:xfrm>
          <a:prstGeom prst="rect">
            <a:avLst/>
          </a:prstGeom>
        </p:spPr>
      </p:pic>
      <p:pic>
        <p:nvPicPr>
          <p:cNvPr id="4" name="Picture 3" descr="c12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