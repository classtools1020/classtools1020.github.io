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hyperlink" Target="https://classtools1020.github.io/temp/thermo.html#record" TargetMode="External"/><Relationship Id="rId9" Type="http://schemas.openxmlformats.org/officeDocument/2006/relationships/slide" Target="slide9.xml"/><Relationship Id="rId10" Type="http://schemas.openxmlformats.org/officeDocument/2006/relationships/hyperlink" Target="https://classtools1020.github.io/temp/files/T4-print.pdf" TargetMode="External"/><Relationship Id="rId11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hyperlink" Target="https://classtools1020.github.io/temp/thermo.html#record" TargetMode="External"/><Relationship Id="rId5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Relationship Id="rId8" Type="http://schemas.openxmlformats.org/officeDocument/2006/relationships/image" Target="../media/image43.jpg"/><Relationship Id="rId9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50.jpg"/><Relationship Id="rId9" Type="http://schemas.openxmlformats.org/officeDocument/2006/relationships/image" Target="../media/image51.jpg"/><Relationship Id="rId10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Relationship Id="rId4" Type="http://schemas.openxmlformats.org/officeDocument/2006/relationships/image" Target="../media/image54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34690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7680767" cy="280408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991" y="1722076"/>
            <a:ext cx="670543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793" y="2865048"/>
            <a:ext cx="899137" cy="74674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793" y="4008019"/>
            <a:ext cx="899137" cy="74674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690" y="2103067"/>
            <a:ext cx="1737316" cy="2118307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991" y="960095"/>
            <a:ext cx="1965910" cy="3261278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330" y="2103067"/>
            <a:ext cx="1661118" cy="2118307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867" y="1645878"/>
            <a:ext cx="1432524" cy="1127731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2461" y="3169840"/>
            <a:ext cx="1203929" cy="1051533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9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3867" y="4693802"/>
            <a:ext cx="1432524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7029" y="1645878"/>
            <a:ext cx="1508722" cy="822939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8019" y="2941246"/>
            <a:ext cx="746741" cy="82293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8019" y="4312812"/>
            <a:ext cx="822939" cy="670543"/>
          </a:xfrm>
          <a:prstGeom prst="rect">
            <a:avLst/>
          </a:prstGeom>
        </p:spPr>
      </p:pic>
      <p:pic>
        <p:nvPicPr>
          <p:cNvPr id="9" name="Picture 8" descr="c10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80127"/>
          </a:xfrm>
          <a:prstGeom prst="rect">
            <a:avLst/>
          </a:prstGeom>
        </p:spPr>
      </p:pic>
      <p:pic>
        <p:nvPicPr>
          <p:cNvPr id="4" name="Picture 3" descr="c11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