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classtools1020.github.io/games/checkin.html?team=&#28331;&#24230;&#29305;&#21220;&#38538;&amp;back=t4.html%233" TargetMode="Externa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8.xml"/><Relationship Id="rId8" Type="http://schemas.openxmlformats.org/officeDocument/2006/relationships/hyperlink" Target="https://classtools1020.github.io/temp/dispenser.html" TargetMode="External"/><Relationship Id="rId9" Type="http://schemas.openxmlformats.org/officeDocument/2006/relationships/hyperlink" Target="https://classtools1020.github.io/temp/dispenser.html#card" TargetMode="External"/><Relationship Id="rId10" Type="http://schemas.openxmlformats.org/officeDocument/2006/relationships/hyperlink" Target="https://classtools1020.github.io/temp/files/T4-print.pdf" TargetMode="External"/><Relationship Id="rId11" Type="http://schemas.openxmlformats.org/officeDocument/2006/relationships/hyperlink" Target="https://classtools1020.github.io/games/checkin.html?team=&#28331;&#24230;&#29305;&#21220;&#38538;&amp;back=t4.html%233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hyperlink" Target="https://classtools1020.github.io/temp/dispenser.html" TargetMode="Externa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hyperlink" Target="https://classtools1020.github.io/temp/dispenser.html#card" TargetMode="External"/><Relationship Id="rId5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jp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76" y="3931821"/>
            <a:ext cx="1889712" cy="24230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5303" y="140966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4"/>
          </p:cNvPr>
          <p:cNvSpPr/>
          <p:nvPr/>
        </p:nvSpPr>
        <p:spPr>
          <a:xfrm>
            <a:off x="655303" y="2019249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5"/>
          </p:cNvPr>
          <p:cNvSpPr/>
          <p:nvPr/>
        </p:nvSpPr>
        <p:spPr>
          <a:xfrm>
            <a:off x="655303" y="262883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6"/>
          </p:cNvPr>
          <p:cNvSpPr/>
          <p:nvPr/>
        </p:nvSpPr>
        <p:spPr>
          <a:xfrm>
            <a:off x="655303" y="323841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7"/>
          </p:cNvPr>
          <p:cNvSpPr/>
          <p:nvPr/>
        </p:nvSpPr>
        <p:spPr>
          <a:xfrm>
            <a:off x="655303" y="384800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655303" y="445758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655303" y="506717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655303" y="5676757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655303" y="6286342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65" y="1645878"/>
            <a:ext cx="1356326" cy="1127731"/>
          </a:xfrm>
          <a:prstGeom prst="rect">
            <a:avLst/>
          </a:prstGeom>
        </p:spPr>
      </p:pic>
      <p:pic>
        <p:nvPicPr>
          <p:cNvPr id="5" name="Picture 4" descr="c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6" name="Picture 5" descr="c2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65" y="3169840"/>
            <a:ext cx="1356326" cy="1127731"/>
          </a:xfrm>
          <a:prstGeom prst="rect">
            <a:avLst/>
          </a:prstGeom>
        </p:spPr>
      </p:pic>
      <p:pic>
        <p:nvPicPr>
          <p:cNvPr id="7" name="Picture 6" descr="c2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8" name="Picture 7" descr="c2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065" y="4693802"/>
            <a:ext cx="1356326" cy="1127731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965910" cy="822939"/>
          </a:xfrm>
          <a:prstGeom prst="rect">
            <a:avLst/>
          </a:prstGeom>
        </p:spPr>
      </p:pic>
      <p:pic>
        <p:nvPicPr>
          <p:cNvPr id="4" name="Picture 3" descr="c3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026869"/>
            <a:ext cx="1965910" cy="822939"/>
          </a:xfrm>
          <a:prstGeom prst="rect">
            <a:avLst/>
          </a:prstGeom>
        </p:spPr>
      </p:pic>
      <p:pic>
        <p:nvPicPr>
          <p:cNvPr id="5" name="Picture 4" descr="c3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636454"/>
            <a:ext cx="1965910" cy="822939"/>
          </a:xfrm>
          <a:prstGeom prst="rect">
            <a:avLst/>
          </a:prstGeom>
        </p:spPr>
      </p:pic>
      <p:pic>
        <p:nvPicPr>
          <p:cNvPr id="6" name="Picture 5" descr="c3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6233004" cy="1203929"/>
          </a:xfrm>
          <a:prstGeom prst="rect">
            <a:avLst/>
          </a:prstGeom>
        </p:spPr>
      </p:pic>
      <p:pic>
        <p:nvPicPr>
          <p:cNvPr id="4" name="Picture 3" descr="c4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569680"/>
            <a:ext cx="6233004" cy="1889712"/>
          </a:xfrm>
          <a:prstGeom prst="rect">
            <a:avLst/>
          </a:prstGeom>
        </p:spPr>
      </p:pic>
      <p:pic>
        <p:nvPicPr>
          <p:cNvPr id="5" name="Picture 4" descr="c4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6233004" cy="1203929"/>
          </a:xfrm>
          <a:prstGeom prst="rect">
            <a:avLst/>
          </a:prstGeom>
        </p:spPr>
      </p:pic>
      <p:pic>
        <p:nvPicPr>
          <p:cNvPr id="6" name="Picture 5" descr="c4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6233004" cy="1203929"/>
          </a:xfrm>
          <a:prstGeom prst="rect">
            <a:avLst/>
          </a:prstGeom>
        </p:spPr>
      </p:pic>
      <p:pic>
        <p:nvPicPr>
          <p:cNvPr id="7" name="Picture 6" descr="c4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998594"/>
            <a:ext cx="6233004" cy="1203929"/>
          </a:xfrm>
          <a:prstGeom prst="rect">
            <a:avLst/>
          </a:prstGeom>
        </p:spPr>
      </p:pic>
      <p:pic>
        <p:nvPicPr>
          <p:cNvPr id="8" name="Picture 7" descr="c4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5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198" y="1722076"/>
            <a:ext cx="899137" cy="822939"/>
          </a:xfrm>
          <a:prstGeom prst="rect">
            <a:avLst/>
          </a:prstGeom>
        </p:spPr>
      </p:pic>
      <p:pic>
        <p:nvPicPr>
          <p:cNvPr id="4" name="Picture 3" descr="c5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198" y="2865048"/>
            <a:ext cx="899137" cy="746741"/>
          </a:xfrm>
          <a:prstGeom prst="rect">
            <a:avLst/>
          </a:prstGeom>
        </p:spPr>
      </p:pic>
      <p:pic>
        <p:nvPicPr>
          <p:cNvPr id="5" name="Picture 4" descr="c5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198" y="4008019"/>
            <a:ext cx="899137" cy="746741"/>
          </a:xfrm>
          <a:prstGeom prst="rect">
            <a:avLst/>
          </a:prstGeom>
        </p:spPr>
      </p:pic>
      <p:pic>
        <p:nvPicPr>
          <p:cNvPr id="6" name="Picture 5" descr="c5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6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076" y="2103067"/>
            <a:ext cx="1661118" cy="2118307"/>
          </a:xfrm>
          <a:prstGeom prst="rect">
            <a:avLst/>
          </a:prstGeom>
        </p:spPr>
      </p:pic>
      <p:pic>
        <p:nvPicPr>
          <p:cNvPr id="4" name="Picture 3" descr="c6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368" y="960095"/>
            <a:ext cx="1661118" cy="3261278"/>
          </a:xfrm>
          <a:prstGeom prst="rect">
            <a:avLst/>
          </a:prstGeom>
        </p:spPr>
      </p:pic>
      <p:pic>
        <p:nvPicPr>
          <p:cNvPr id="5" name="Picture 4" descr="c6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7253" y="2103067"/>
            <a:ext cx="1554441" cy="2118307"/>
          </a:xfrm>
          <a:prstGeom prst="rect">
            <a:avLst/>
          </a:prstGeom>
        </p:spPr>
      </p:pic>
      <p:pic>
        <p:nvPicPr>
          <p:cNvPr id="6" name="Picture 5" descr="c6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7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88" y="1645878"/>
            <a:ext cx="1584920" cy="1584920"/>
          </a:xfrm>
          <a:prstGeom prst="rect">
            <a:avLst/>
          </a:prstGeom>
        </p:spPr>
      </p:pic>
      <p:pic>
        <p:nvPicPr>
          <p:cNvPr id="4" name="Picture 3" descr="c7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981" y="1645878"/>
            <a:ext cx="1584920" cy="1584920"/>
          </a:xfrm>
          <a:prstGeom prst="rect">
            <a:avLst/>
          </a:prstGeom>
        </p:spPr>
      </p:pic>
      <p:pic>
        <p:nvPicPr>
          <p:cNvPr id="5" name="Picture 4" descr="c7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1471" y="1645878"/>
            <a:ext cx="1584920" cy="1584920"/>
          </a:xfrm>
          <a:prstGeom prst="rect">
            <a:avLst/>
          </a:prstGeom>
        </p:spPr>
      </p:pic>
      <p:pic>
        <p:nvPicPr>
          <p:cNvPr id="6" name="Picture 5" descr="c7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8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65" y="4160415"/>
            <a:ext cx="1584920" cy="2042108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655303" y="4724281"/>
            <a:ext cx="2218317" cy="754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9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65" y="4160415"/>
            <a:ext cx="1584920" cy="2042108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655303" y="4724281"/>
            <a:ext cx="2218317" cy="754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103067"/>
            <a:ext cx="5699617" cy="2804089"/>
          </a:xfrm>
          <a:prstGeom prst="rect">
            <a:avLst/>
          </a:prstGeom>
        </p:spPr>
      </p:pic>
      <p:pic>
        <p:nvPicPr>
          <p:cNvPr id="4" name="Picture 3" descr="c10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1" y="1722076"/>
            <a:ext cx="11566870" cy="4099457"/>
          </a:xfrm>
          <a:prstGeom prst="rect">
            <a:avLst/>
          </a:prstGeom>
        </p:spPr>
      </p:pic>
      <p:pic>
        <p:nvPicPr>
          <p:cNvPr id="5" name="Picture 4" descr="c10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1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1338276" cy="1356326"/>
          </a:xfrm>
          <a:prstGeom prst="rect">
            <a:avLst/>
          </a:prstGeom>
        </p:spPr>
      </p:pic>
      <p:pic>
        <p:nvPicPr>
          <p:cNvPr id="4" name="Picture 3" descr="c11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029" y="1645878"/>
            <a:ext cx="1508722" cy="822939"/>
          </a:xfrm>
          <a:prstGeom prst="rect">
            <a:avLst/>
          </a:prstGeom>
        </p:spPr>
      </p:pic>
      <p:pic>
        <p:nvPicPr>
          <p:cNvPr id="5" name="Picture 4" descr="c11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712652"/>
            <a:ext cx="11338276" cy="1356326"/>
          </a:xfrm>
          <a:prstGeom prst="rect">
            <a:avLst/>
          </a:prstGeom>
        </p:spPr>
      </p:pic>
      <p:pic>
        <p:nvPicPr>
          <p:cNvPr id="6" name="Picture 5" descr="c11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623" y="2941246"/>
            <a:ext cx="1508722" cy="822939"/>
          </a:xfrm>
          <a:prstGeom prst="rect">
            <a:avLst/>
          </a:prstGeom>
        </p:spPr>
      </p:pic>
      <p:pic>
        <p:nvPicPr>
          <p:cNvPr id="7" name="Picture 6" descr="c11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008019"/>
            <a:ext cx="11338276" cy="1356326"/>
          </a:xfrm>
          <a:prstGeom prst="rect">
            <a:avLst/>
          </a:prstGeom>
        </p:spPr>
      </p:pic>
      <p:pic>
        <p:nvPicPr>
          <p:cNvPr id="8" name="Picture 7" descr="c11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8019" y="4236614"/>
            <a:ext cx="1508722" cy="822939"/>
          </a:xfrm>
          <a:prstGeom prst="rect">
            <a:avLst/>
          </a:prstGeom>
        </p:spPr>
      </p:pic>
      <p:pic>
        <p:nvPicPr>
          <p:cNvPr id="9" name="Picture 8" descr="c11_7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5528" y="45718"/>
            <a:ext cx="4099457" cy="1661118"/>
          </a:xfrm>
          <a:prstGeom prst="rect">
            <a:avLst/>
          </a:prstGeom>
        </p:spPr>
      </p:pic>
      <p:sp>
        <p:nvSpPr>
          <p:cNvPr id="10" name="TextBox 9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636454"/>
            <a:ext cx="6842588" cy="1280127"/>
          </a:xfrm>
          <a:prstGeom prst="rect">
            <a:avLst/>
          </a:prstGeom>
        </p:spPr>
      </p:pic>
      <p:pic>
        <p:nvPicPr>
          <p:cNvPr id="4" name="Picture 3" descr="c12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84" y="3550831"/>
            <a:ext cx="1965910" cy="2499297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