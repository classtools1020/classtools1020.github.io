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1.html%233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hyperlink" Target="https://classtools1020.github.io/temp/bowls.html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hyperlink" Target="https://classtools1020.github.io/temp/files/T1-print.pdf" TargetMode="External"/><Relationship Id="rId10" Type="http://schemas.openxmlformats.org/officeDocument/2006/relationships/hyperlink" Target="https://classtools1020.github.io/games/checkin.html?team=&#28331;&#24230;&#29305;&#21220;&#38538;&amp;back=t1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hyperlink" Target="https://classtools1020.github.io/temp/bowls.html" TargetMode="External"/><Relationship Id="rId5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jpg"/><Relationship Id="rId4" Type="http://schemas.openxmlformats.org/officeDocument/2006/relationships/image" Target="../media/image50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3489872" cy="82293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175655" cy="822939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331661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98275"/>
            <a:ext cx="11490672" cy="409945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4861438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861438" cy="82293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0320" y="2865048"/>
            <a:ext cx="3566070" cy="1584920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425" y="1645878"/>
            <a:ext cx="1203929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812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