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classtools1020.github.io/games/checkin.html?team=&#28331;&#24230;&#29305;&#21220;&#38538;&amp;back=t1.html%233" TargetMode="Externa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hyperlink" Target="https://classtools1020.github.io/temp/bowls.html" TargetMode="External"/><Relationship Id="rId7" Type="http://schemas.openxmlformats.org/officeDocument/2006/relationships/slide" Target="slide8.xml"/><Relationship Id="rId8" Type="http://schemas.openxmlformats.org/officeDocument/2006/relationships/slide" Target="slide10.xml"/><Relationship Id="rId9" Type="http://schemas.openxmlformats.org/officeDocument/2006/relationships/hyperlink" Target="https://classtools1020.github.io/temp/files/T1-print.pdf" TargetMode="External"/><Relationship Id="rId10" Type="http://schemas.openxmlformats.org/officeDocument/2006/relationships/hyperlink" Target="https://classtools1020.github.io/games/checkin.html?team=&#28331;&#24230;&#29305;&#21220;&#38538;&amp;back=t1.html%233#en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Relationship Id="rId9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hyperlink" Target="https://classtools1020.github.io/temp/bowls.html" TargetMode="External"/><Relationship Id="rId5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Relationship Id="rId8" Type="http://schemas.openxmlformats.org/officeDocument/2006/relationships/image" Target="../media/image41.jpg"/><Relationship Id="rId9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Relationship Id="rId6" Type="http://schemas.openxmlformats.org/officeDocument/2006/relationships/image" Target="../media/image46.jpg"/><Relationship Id="rId7" Type="http://schemas.openxmlformats.org/officeDocument/2006/relationships/image" Target="../media/image47.jpg"/><Relationship Id="rId8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0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76" y="3931821"/>
            <a:ext cx="1889712" cy="227070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55303" y="1409664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action="ppaction://hlinksldjump" r:id="rId4"/>
          </p:cNvPr>
          <p:cNvSpPr/>
          <p:nvPr/>
        </p:nvSpPr>
        <p:spPr>
          <a:xfrm>
            <a:off x="655303" y="2019249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action="ppaction://hlinksldjump" r:id="rId5"/>
          </p:cNvPr>
          <p:cNvSpPr/>
          <p:nvPr/>
        </p:nvSpPr>
        <p:spPr>
          <a:xfrm>
            <a:off x="655303" y="2628834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655303" y="3238418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action="ppaction://hlinksldjump" r:id="rId7"/>
          </p:cNvPr>
          <p:cNvSpPr/>
          <p:nvPr/>
        </p:nvSpPr>
        <p:spPr>
          <a:xfrm>
            <a:off x="655303" y="3848003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action="ppaction://hlinksldjump" r:id="rId8"/>
          </p:cNvPr>
          <p:cNvSpPr/>
          <p:nvPr/>
        </p:nvSpPr>
        <p:spPr>
          <a:xfrm>
            <a:off x="655303" y="4457588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r:id="rId9"/>
          </p:cNvPr>
          <p:cNvSpPr/>
          <p:nvPr/>
        </p:nvSpPr>
        <p:spPr>
          <a:xfrm>
            <a:off x="655303" y="5067173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r:id="rId10"/>
          </p:cNvPr>
          <p:cNvSpPr/>
          <p:nvPr/>
        </p:nvSpPr>
        <p:spPr>
          <a:xfrm>
            <a:off x="655303" y="5676757"/>
            <a:ext cx="10881087" cy="53338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2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417284"/>
            <a:ext cx="3489872" cy="822939"/>
          </a:xfrm>
          <a:prstGeom prst="rect">
            <a:avLst/>
          </a:prstGeom>
        </p:spPr>
      </p:pic>
      <p:pic>
        <p:nvPicPr>
          <p:cNvPr id="4" name="Picture 3" descr="c2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2026869"/>
            <a:ext cx="4175655" cy="822939"/>
          </a:xfrm>
          <a:prstGeom prst="rect">
            <a:avLst/>
          </a:prstGeom>
        </p:spPr>
      </p:pic>
      <p:pic>
        <p:nvPicPr>
          <p:cNvPr id="5" name="Picture 4" descr="c2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6" name="TextBox 5">
            <a:hlinkClick action="ppaction://hlinksldjump" r:id="rId6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3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2331661"/>
            <a:ext cx="5699617" cy="2804089"/>
          </a:xfrm>
          <a:prstGeom prst="rect">
            <a:avLst/>
          </a:prstGeom>
        </p:spPr>
      </p:pic>
      <p:pic>
        <p:nvPicPr>
          <p:cNvPr id="4" name="Picture 3" descr="c3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1798275"/>
            <a:ext cx="11490672" cy="4099457"/>
          </a:xfrm>
          <a:prstGeom prst="rect">
            <a:avLst/>
          </a:prstGeom>
        </p:spPr>
      </p:pic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4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6233004" cy="1203929"/>
          </a:xfrm>
          <a:prstGeom prst="rect">
            <a:avLst/>
          </a:prstGeom>
        </p:spPr>
      </p:pic>
      <p:pic>
        <p:nvPicPr>
          <p:cNvPr id="4" name="Picture 3" descr="c4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1569680"/>
            <a:ext cx="6233004" cy="1889712"/>
          </a:xfrm>
          <a:prstGeom prst="rect">
            <a:avLst/>
          </a:prstGeom>
        </p:spPr>
      </p:pic>
      <p:pic>
        <p:nvPicPr>
          <p:cNvPr id="5" name="Picture 4" descr="c4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3169840"/>
            <a:ext cx="6233004" cy="1203929"/>
          </a:xfrm>
          <a:prstGeom prst="rect">
            <a:avLst/>
          </a:prstGeom>
        </p:spPr>
      </p:pic>
      <p:pic>
        <p:nvPicPr>
          <p:cNvPr id="6" name="Picture 5" descr="c4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09" y="4084217"/>
            <a:ext cx="6233004" cy="1203929"/>
          </a:xfrm>
          <a:prstGeom prst="rect">
            <a:avLst/>
          </a:prstGeom>
        </p:spPr>
      </p:pic>
      <p:pic>
        <p:nvPicPr>
          <p:cNvPr id="7" name="Picture 6" descr="c4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998594"/>
            <a:ext cx="6233004" cy="1203929"/>
          </a:xfrm>
          <a:prstGeom prst="rect">
            <a:avLst/>
          </a:prstGeom>
        </p:spPr>
      </p:pic>
      <p:pic>
        <p:nvPicPr>
          <p:cNvPr id="8" name="Picture 7" descr="c4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9" name="TextBox 8">
            <a:hlinkClick action="ppaction://hlinksldjump" r:id="rId9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5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417284"/>
            <a:ext cx="4861438" cy="822939"/>
          </a:xfrm>
          <a:prstGeom prst="rect">
            <a:avLst/>
          </a:prstGeom>
        </p:spPr>
      </p:pic>
      <p:pic>
        <p:nvPicPr>
          <p:cNvPr id="4" name="Picture 3" descr="c5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09" y="2026869"/>
            <a:ext cx="4861438" cy="822939"/>
          </a:xfrm>
          <a:prstGeom prst="rect">
            <a:avLst/>
          </a:prstGeom>
        </p:spPr>
      </p:pic>
      <p:pic>
        <p:nvPicPr>
          <p:cNvPr id="5" name="Picture 4" descr="c5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0320" y="2865048"/>
            <a:ext cx="3566070" cy="1584920"/>
          </a:xfrm>
          <a:prstGeom prst="rect">
            <a:avLst/>
          </a:prstGeom>
        </p:spPr>
      </p:pic>
      <p:pic>
        <p:nvPicPr>
          <p:cNvPr id="6" name="Picture 5" descr="c5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6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65" y="4160415"/>
            <a:ext cx="1584920" cy="2042108"/>
          </a:xfrm>
          <a:prstGeom prst="rect">
            <a:avLst/>
          </a:prstGeom>
        </p:spPr>
      </p:pic>
      <p:sp>
        <p:nvSpPr>
          <p:cNvPr id="4" name="Rectangle 3">
            <a:hlinkClick r:id="rId4"/>
          </p:cNvPr>
          <p:cNvSpPr/>
          <p:nvPr/>
        </p:nvSpPr>
        <p:spPr>
          <a:xfrm>
            <a:off x="655303" y="4724281"/>
            <a:ext cx="2523109" cy="7543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7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1" y="1112492"/>
            <a:ext cx="4099457" cy="4480447"/>
          </a:xfrm>
          <a:prstGeom prst="rect">
            <a:avLst/>
          </a:prstGeom>
        </p:spPr>
      </p:pic>
      <p:pic>
        <p:nvPicPr>
          <p:cNvPr id="4" name="Picture 3" descr="c7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217" y="1188690"/>
            <a:ext cx="4023259" cy="4404249"/>
          </a:xfrm>
          <a:prstGeom prst="rect">
            <a:avLst/>
          </a:prstGeom>
        </p:spPr>
      </p:pic>
      <p:pic>
        <p:nvPicPr>
          <p:cNvPr id="5" name="Picture 4" descr="c7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924" y="1188690"/>
            <a:ext cx="4023259" cy="4328051"/>
          </a:xfrm>
          <a:prstGeom prst="rect">
            <a:avLst/>
          </a:prstGeom>
        </p:spPr>
      </p:pic>
      <p:pic>
        <p:nvPicPr>
          <p:cNvPr id="6" name="Picture 5" descr="c7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8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1" y="1112492"/>
            <a:ext cx="4099457" cy="4480447"/>
          </a:xfrm>
          <a:prstGeom prst="rect">
            <a:avLst/>
          </a:prstGeom>
        </p:spPr>
      </p:pic>
      <p:pic>
        <p:nvPicPr>
          <p:cNvPr id="4" name="Picture 3" descr="c8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217" y="1188690"/>
            <a:ext cx="4023259" cy="4404249"/>
          </a:xfrm>
          <a:prstGeom prst="rect">
            <a:avLst/>
          </a:prstGeom>
        </p:spPr>
      </p:pic>
      <p:pic>
        <p:nvPicPr>
          <p:cNvPr id="5" name="Picture 4" descr="c8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924" y="1188690"/>
            <a:ext cx="4023259" cy="4328051"/>
          </a:xfrm>
          <a:prstGeom prst="rect">
            <a:avLst/>
          </a:prstGeom>
        </p:spPr>
      </p:pic>
      <p:pic>
        <p:nvPicPr>
          <p:cNvPr id="6" name="Picture 5" descr="c8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836773"/>
            <a:ext cx="12191695" cy="1021054"/>
          </a:xfrm>
          <a:prstGeom prst="rect">
            <a:avLst/>
          </a:prstGeom>
        </p:spPr>
      </p:pic>
      <p:sp>
        <p:nvSpPr>
          <p:cNvPr id="7" name="TextBox 6">
            <a:hlinkClick action="ppaction://hlinksldjump" r:id="rId7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9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341086"/>
            <a:ext cx="11338276" cy="1737316"/>
          </a:xfrm>
          <a:prstGeom prst="rect">
            <a:avLst/>
          </a:prstGeom>
        </p:spPr>
      </p:pic>
      <p:pic>
        <p:nvPicPr>
          <p:cNvPr id="4" name="Picture 3" descr="c9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65" y="1645878"/>
            <a:ext cx="1356326" cy="1127731"/>
          </a:xfrm>
          <a:prstGeom prst="rect">
            <a:avLst/>
          </a:prstGeom>
        </p:spPr>
      </p:pic>
      <p:pic>
        <p:nvPicPr>
          <p:cNvPr id="5" name="Picture 4" descr="c9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865048"/>
            <a:ext cx="11338276" cy="1737316"/>
          </a:xfrm>
          <a:prstGeom prst="rect">
            <a:avLst/>
          </a:prstGeom>
        </p:spPr>
      </p:pic>
      <p:pic>
        <p:nvPicPr>
          <p:cNvPr id="6" name="Picture 5" descr="c9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065" y="3169840"/>
            <a:ext cx="1356326" cy="1127731"/>
          </a:xfrm>
          <a:prstGeom prst="rect">
            <a:avLst/>
          </a:prstGeom>
        </p:spPr>
      </p:pic>
      <p:pic>
        <p:nvPicPr>
          <p:cNvPr id="7" name="Picture 6" descr="c9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09" y="4389010"/>
            <a:ext cx="11338276" cy="1737316"/>
          </a:xfrm>
          <a:prstGeom prst="rect">
            <a:avLst/>
          </a:prstGeom>
        </p:spPr>
      </p:pic>
      <p:pic>
        <p:nvPicPr>
          <p:cNvPr id="8" name="Picture 7" descr="c9_6_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0065" y="4693802"/>
            <a:ext cx="1356326" cy="1127731"/>
          </a:xfrm>
          <a:prstGeom prst="rect">
            <a:avLst/>
          </a:prstGeom>
        </p:spPr>
      </p:pic>
      <p:sp>
        <p:nvSpPr>
          <p:cNvPr id="9" name="TextBox 8">
            <a:hlinkClick action="ppaction://hlinksldjump" r:id="rId9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0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1417284"/>
            <a:ext cx="11338276" cy="1356326"/>
          </a:xfrm>
          <a:prstGeom prst="rect">
            <a:avLst/>
          </a:prstGeom>
        </p:spPr>
      </p:pic>
      <p:pic>
        <p:nvPicPr>
          <p:cNvPr id="4" name="Picture 3" descr="c10_2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425" y="1645878"/>
            <a:ext cx="1203929" cy="822939"/>
          </a:xfrm>
          <a:prstGeom prst="rect">
            <a:avLst/>
          </a:prstGeom>
        </p:spPr>
      </p:pic>
      <p:pic>
        <p:nvPicPr>
          <p:cNvPr id="5" name="Picture 4" descr="c10_3_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09" y="2712652"/>
            <a:ext cx="11338276" cy="1356326"/>
          </a:xfrm>
          <a:prstGeom prst="rect">
            <a:avLst/>
          </a:prstGeom>
        </p:spPr>
      </p:pic>
      <p:pic>
        <p:nvPicPr>
          <p:cNvPr id="6" name="Picture 5" descr="c10_4_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812" y="2941246"/>
            <a:ext cx="1508722" cy="822939"/>
          </a:xfrm>
          <a:prstGeom prst="rect">
            <a:avLst/>
          </a:prstGeom>
        </p:spPr>
      </p:pic>
      <p:pic>
        <p:nvPicPr>
          <p:cNvPr id="7" name="Picture 6" descr="c10_5_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5528" y="45718"/>
            <a:ext cx="4099457" cy="1661118"/>
          </a:xfrm>
          <a:prstGeom prst="rect">
            <a:avLst/>
          </a:prstGeom>
        </p:spPr>
      </p:pic>
      <p:sp>
        <p:nvSpPr>
          <p:cNvPr id="8" name="TextBox 7">
            <a:hlinkClick action="ppaction://hlinksldjump" r:id="rId8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pic>
        <p:nvPicPr>
          <p:cNvPr id="3" name="Picture 2" descr="c11_1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09" y="2636454"/>
            <a:ext cx="6842588" cy="1203929"/>
          </a:xfrm>
          <a:prstGeom prst="rect">
            <a:avLst/>
          </a:prstGeom>
        </p:spPr>
      </p:pic>
      <p:pic>
        <p:nvPicPr>
          <p:cNvPr id="4" name="Picture 3" descr="c11_1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084" y="3550831"/>
            <a:ext cx="1965910" cy="2423099"/>
          </a:xfrm>
          <a:prstGeom prst="rect">
            <a:avLst/>
          </a:prstGeom>
        </p:spPr>
      </p:pic>
      <p:sp>
        <p:nvSpPr>
          <p:cNvPr id="5" name="TextBox 4">
            <a:hlinkClick action="ppaction://hlinksldjump" r:id="rId5"/>
          </p:cNvPr>
          <p:cNvSpPr txBox="1"/>
          <p:nvPr/>
        </p:nvSpPr>
        <p:spPr>
          <a:xfrm>
            <a:off x="11048723" y="76198"/>
            <a:ext cx="1066773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8A8F96"/>
                </a:solidFill>
                <a:latin typeface="微軟正黑體"/>
                <a:ea typeface="微軟正黑體"/>
                <a:cs typeface="微軟正黑體"/>
              </a:rPr>
              <a:t>流程 ↩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