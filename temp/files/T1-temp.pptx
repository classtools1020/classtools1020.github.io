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hyperlink" Target="https://classtools1020.github.io/temp/bowls.html" TargetMode="Externa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hyperlink" Target="https://classtools1020.github.io/temp/files/T1-print.pdf" TargetMode="External"/><Relationship Id="rId10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16.jpg"/><Relationship Id="rId8" Type="http://schemas.openxmlformats.org/officeDocument/2006/relationships/image" Target="../media/image17.jpg"/><Relationship Id="rId9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hyperlink" Target="https://classtools1020.github.io/temp/bowls.html" TargetMode="External"/><Relationship Id="rId5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Relationship Id="rId7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Relationship Id="rId8" Type="http://schemas.openxmlformats.org/officeDocument/2006/relationships/image" Target="../media/image41.jpg"/><Relationship Id="rId9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Relationship Id="rId6" Type="http://schemas.openxmlformats.org/officeDocument/2006/relationships/image" Target="../media/image46.jpg"/><Relationship Id="rId7" Type="http://schemas.openxmlformats.org/officeDocument/2006/relationships/image" Target="../media/image47.jpg"/><Relationship Id="rId8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49.jpg"/><Relationship Id="rId4" Type="http://schemas.openxmlformats.org/officeDocument/2006/relationships/image" Target="../media/image50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27070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action="ppaction://hlinksldjump"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3489872" cy="822939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4175655" cy="822939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331661"/>
            <a:ext cx="5699617" cy="280408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798275"/>
            <a:ext cx="11490672" cy="409945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4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4861438" cy="82293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4861438" cy="822939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0320" y="2865048"/>
            <a:ext cx="3566070" cy="1584920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7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7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7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8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8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8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065" y="3169840"/>
            <a:ext cx="1356326" cy="1127731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9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425" y="1645878"/>
            <a:ext cx="1203929" cy="822939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812" y="2941246"/>
            <a:ext cx="1508722" cy="822939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03929"/>
          </a:xfrm>
          <a:prstGeom prst="rect">
            <a:avLst/>
          </a:prstGeom>
        </p:spPr>
      </p:pic>
      <p:pic>
        <p:nvPicPr>
          <p:cNvPr id="4" name="Picture 3" descr="c11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23099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